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554480"/>
            <a:ext cx="868680" cy="86868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75564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6060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UiPath Excel Automation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Provisioning Requirements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22960" y="3977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F9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required from the Nissan side to deploy &amp; run the RPA bot on Nissan infrastructure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 •  Software &amp; Licenses  •  Accounts &amp; Access  •  Network &amp; Security  •  Data Access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 &amp; scope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document covers and what we need Nissan IT to provision.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80060" y="173736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83080" y="2103120"/>
            <a:ext cx="914400" cy="9144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3392" y="231343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294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54380" y="3566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RPA bot picks up source files from a folder, runs the Python variance engine, and produces a formatted Excel output.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0540" y="173736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23560" y="2103120"/>
            <a:ext cx="914400" cy="9144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2313432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0342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environment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94860" y="3566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Nissan-owned infrastructure (VM / workstation + Orchestrator). Nissan provisions and owns all hosting.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61020" y="173736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64040" y="2103120"/>
            <a:ext cx="914400" cy="9144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2" y="2313432"/>
            <a:ext cx="493776" cy="4937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4390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35340" y="3566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Access, accounts, software and network permissions listed in this deck, granted by Nissan IT before go-live.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operating modes are supported — Attended (user-triggered) and Unattended (scheduled). Requirements differ slightly and are flagged throughout.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 —  Attended mode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user's own PC, under the user's account. The user starts it manually.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41248" y="2011680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23060" y="2267712"/>
            <a:ext cx="768096" cy="768096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7652" y="243230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3090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workstation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50976" y="342900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logged in to their own Windows PC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2939796"/>
            <a:ext cx="292608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57016" y="2011680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338828" y="2267712"/>
            <a:ext cx="768096" cy="768096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420" y="2432304"/>
            <a:ext cx="438912" cy="438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48456" y="3090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via Assistant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666744" y="342900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the process in UiPath Assistant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456" y="2939796"/>
            <a:ext cx="292608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72784" y="2011680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2E4A6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054596" y="2267712"/>
            <a:ext cx="768096" cy="768096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9188" y="2432304"/>
            <a:ext cx="438912" cy="43891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364224" y="3090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runs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6382512" y="342900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picks folder → runs Python → builds Excel</a:t>
            </a:r>
            <a:endParaRPr lang="en-US" sz="10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2939796"/>
            <a:ext cx="292608" cy="29260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8988552" y="2011680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9770364" y="2267712"/>
            <a:ext cx="768096" cy="768096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4956" y="2432304"/>
            <a:ext cx="438912" cy="43891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079992" y="3090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9098280" y="342900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saved; user sees result on screen</a:t>
            </a:r>
            <a:endParaRPr lang="en-US" sz="1050" dirty="0"/>
          </a:p>
        </p:txBody>
      </p:sp>
      <p:sp>
        <p:nvSpPr>
          <p:cNvPr id="27" name="Shape 18"/>
          <p:cNvSpPr/>
          <p:nvPr/>
        </p:nvSpPr>
        <p:spPr>
          <a:xfrm>
            <a:off x="548640" y="4572000"/>
            <a:ext cx="11064240" cy="1554480"/>
          </a:xfrm>
          <a:prstGeom prst="roundRect">
            <a:avLst>
              <a:gd name="adj" fmla="val 4118"/>
            </a:avLst>
          </a:prstGeom>
          <a:solidFill>
            <a:srgbClr val="DCE7F2"/>
          </a:solidFill>
          <a:ln/>
        </p:spPr>
      </p:sp>
      <p:sp>
        <p:nvSpPr>
          <p:cNvPr id="28" name="Text 19"/>
          <p:cNvSpPr/>
          <p:nvPr/>
        </p:nvSpPr>
        <p:spPr>
          <a:xfrm>
            <a:off x="777240" y="47091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400" dirty="0"/>
          </a:p>
        </p:txBody>
      </p:sp>
      <p:sp>
        <p:nvSpPr>
          <p:cNvPr id="29" name="Text 20"/>
          <p:cNvSpPr/>
          <p:nvPr/>
        </p:nvSpPr>
        <p:spPr>
          <a:xfrm>
            <a:off x="868680" y="50292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user's existing Windows login and Excel license — no separate service account needed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must be logged in with the screen unlocked while it runs (human present)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on-demand / ad-hoc reports a person kicks off themselves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 —  Unattended mode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dedicated VM/server with no human present. Orchestrator triggers it on a schedule.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41248" y="2011680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23060" y="2267712"/>
            <a:ext cx="768096" cy="768096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7652" y="243230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3090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/ trigger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50976" y="342900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starts the job (e.g. month-end)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2939796"/>
            <a:ext cx="292608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57016" y="2011680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338828" y="2267712"/>
            <a:ext cx="768096" cy="768096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420" y="2432304"/>
            <a:ext cx="438912" cy="438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48456" y="3090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 login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666744" y="342900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Service logs into Windows as the bot account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456" y="2939796"/>
            <a:ext cx="292608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72784" y="2011680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2E4A6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054596" y="2267712"/>
            <a:ext cx="768096" cy="768096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9188" y="2432304"/>
            <a:ext cx="438912" cy="43891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364224" y="3090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runs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6382512" y="342900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folder → runs Python → builds Excel</a:t>
            </a:r>
            <a:endParaRPr lang="en-US" sz="10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2939796"/>
            <a:ext cx="292608" cy="29260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8988552" y="2011680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9770364" y="2267712"/>
            <a:ext cx="768096" cy="768096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4956" y="2432304"/>
            <a:ext cx="438912" cy="43891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079992" y="3090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+ alert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9098280" y="342900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to shared folder; sends notification</a:t>
            </a:r>
            <a:endParaRPr lang="en-US" sz="1050" dirty="0"/>
          </a:p>
        </p:txBody>
      </p:sp>
      <p:sp>
        <p:nvSpPr>
          <p:cNvPr id="27" name="Shape 18"/>
          <p:cNvSpPr/>
          <p:nvPr/>
        </p:nvSpPr>
        <p:spPr>
          <a:xfrm>
            <a:off x="548640" y="4572000"/>
            <a:ext cx="11064240" cy="1554480"/>
          </a:xfrm>
          <a:prstGeom prst="roundRect">
            <a:avLst>
              <a:gd name="adj" fmla="val 4118"/>
            </a:avLst>
          </a:prstGeom>
          <a:solidFill>
            <a:srgbClr val="DCE7F2"/>
          </a:solidFill>
          <a:ln/>
        </p:spPr>
      </p:sp>
      <p:sp>
        <p:nvSpPr>
          <p:cNvPr id="28" name="Text 19"/>
          <p:cNvSpPr/>
          <p:nvPr/>
        </p:nvSpPr>
        <p:spPr>
          <a:xfrm>
            <a:off x="777240" y="47091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400" dirty="0"/>
          </a:p>
        </p:txBody>
      </p:sp>
      <p:sp>
        <p:nvSpPr>
          <p:cNvPr id="29" name="Text 20"/>
          <p:cNvSpPr/>
          <p:nvPr/>
        </p:nvSpPr>
        <p:spPr>
          <a:xfrm>
            <a:off x="868680" y="50292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dedicated Windows service account — the bot logs into Windows itself to run (interactive logon rights required)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dedicated VM with its own Excel license; no user needs to be present, screen lock is handled by the Robot Service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scheduled, high-volume, recurring runs (MTD / YTD, period-end)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Infrastructure  (from Nissan)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machines Nissan provisions for the robot to run 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2148840"/>
          </a:xfrm>
          <a:prstGeom prst="roundRect">
            <a:avLst>
              <a:gd name="adj" fmla="val 2979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603504" cy="603504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01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host machine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2167128"/>
            <a:ext cx="4251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Unattended: dedicated Windows VM / server (always-on)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Attended: the end-user's Windows workstation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guide: 4 CPU cores, 8–16 GB RAM, SSD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OS: Windows 10/11 or Windows Server (64-bit)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486400" cy="2148840"/>
          </a:xfrm>
          <a:prstGeom prst="roundRect">
            <a:avLst>
              <a:gd name="adj" fmla="val 2979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1856232"/>
            <a:ext cx="603504" cy="603504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801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connectivity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60920" y="2167128"/>
            <a:ext cx="4251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space for files, packages &amp; temp output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network link to Orchestrator (cloud URL or on-prem)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the input &amp; output file locations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separate UAT/test VM for safe testing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486400" cy="2148840"/>
          </a:xfrm>
          <a:prstGeom prst="roundRect">
            <a:avLst>
              <a:gd name="adj" fmla="val 2979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187952"/>
            <a:ext cx="603504" cy="603504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34340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1330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hosting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00200" y="4498848"/>
            <a:ext cx="4251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Cloud: no infra needed — UiPath hosts it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On-prem: Windows Server + SQL Server + Elasticsearch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also needs IIS, SSL certificate, firewall config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Nissan to confirm which model is approved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09360" y="3931920"/>
            <a:ext cx="5486400" cy="2148840"/>
          </a:xfrm>
          <a:prstGeom prst="roundRect">
            <a:avLst>
              <a:gd name="adj" fmla="val 2979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65392" y="4187952"/>
            <a:ext cx="603504" cy="603504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34340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1330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handling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60920" y="4498848"/>
            <a:ext cx="4251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Unattended VM kept available (not left in disconnected RDP state)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/ RDP access for setup &amp; support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Auto-lock / screensaver policy reviewed with IT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settings: machine not sleeping during run windows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Software &amp; licenses to install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Provisioned and licensed by Nissan on the robot host machine.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754880"/>
                <a:gridCol w="29260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it's needed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Provided by Nissan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Excel / Office 365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automation drives a real Excel instance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licensed on host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runtime + packages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the variance engine (openpyxl, etc.)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installed on host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.NET runtime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by the UiPath Robot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UiPath Robot + Assistant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Executes the published automation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rights needed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UiPath Studio license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&amp; maintain the workflow (dev seat)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project agreement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Unattended Robot license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scheduled jobs without a human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unattended mode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rights are required on the host machine to install the Robot, Excel add-in and Python.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Accounts &amp; access  (core ask)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identity and permissions the bot needs to log in and do its work.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2240280"/>
          </a:xfrm>
          <a:prstGeom prst="roundRect">
            <a:avLst>
              <a:gd name="adj" fmla="val 285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603504" cy="603504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01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service account (unattended)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2167128"/>
            <a:ext cx="4251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AD / Windows account for the bot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/ 'log on locally' rights on the host VM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admin on the robot machine (for Robot Service)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policy aligned (no surprise expiry mid-run)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486400" cy="2240280"/>
          </a:xfrm>
          <a:prstGeom prst="roundRect">
            <a:avLst>
              <a:gd name="adj" fmla="val 285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1856232"/>
            <a:ext cx="603504" cy="603504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801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access (attended)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60920" y="2167128"/>
            <a:ext cx="4251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employee Windows login is used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added to the Orchestrator folder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attended robot license assigned to the user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service account required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279392"/>
            <a:ext cx="603504" cy="603504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43484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224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storage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00200" y="4590288"/>
            <a:ext cx="4251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Credential Store / Windows Credential Manager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Nissan-approved vault (e.g. CyberArk / Azure Key Vault)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account &amp; any app credentials stored securely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09360" y="402336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65392" y="4279392"/>
            <a:ext cx="603504" cy="603504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43484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224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setup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60920" y="4590288"/>
            <a:ext cx="4251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+ folder created for this project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provisioned &amp; machine template assigned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Runtime(s) allocated to the host machine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Network, security &amp; governance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Firewall, endpoint and policy approvals from Nissan IT/Security.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2240280"/>
          </a:xfrm>
          <a:prstGeom prst="roundRect">
            <a:avLst>
              <a:gd name="adj" fmla="val 285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603504" cy="603504"/>
          </a:xfrm>
          <a:prstGeom prst="ellipse">
            <a:avLst/>
          </a:prstGeom>
          <a:solidFill>
            <a:srgbClr val="B9770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01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firewall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2167128"/>
            <a:ext cx="4251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HTTPS (443) to the Orchestrator URL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to file shares / SharePoint used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/ URL whitelisting for UiPath &amp; package feeds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Python package source (or offline packages)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486400" cy="2240280"/>
          </a:xfrm>
          <a:prstGeom prst="roundRect">
            <a:avLst>
              <a:gd name="adj" fmla="val 285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1856232"/>
            <a:ext cx="603504" cy="603504"/>
          </a:xfrm>
          <a:prstGeom prst="ellipse">
            <a:avLst/>
          </a:prstGeom>
          <a:solidFill>
            <a:srgbClr val="B9770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801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security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60920" y="2167128"/>
            <a:ext cx="4251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 / EDR exceptions for UiPath executables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for the robot working &amp; temp folders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Excel COM automation (no blocking policy)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Software-install approval for Robot / Python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279392"/>
            <a:ext cx="603504" cy="603504"/>
          </a:xfrm>
          <a:prstGeom prst="ellipse">
            <a:avLst/>
          </a:prstGeom>
          <a:solidFill>
            <a:srgbClr val="B9770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43484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224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GPO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00200" y="4590288"/>
            <a:ext cx="4251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Screen-lock / auto-logoff policy reviewed for the bot VM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 exempt from forced interactive MFA prompts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/ script execution policy allows the automation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09360" y="402336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65392" y="4279392"/>
            <a:ext cx="603504" cy="603504"/>
          </a:xfrm>
          <a:prstGeom prst="ellipse">
            <a:avLst/>
          </a:prstGeom>
          <a:solidFill>
            <a:srgbClr val="B9770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43484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224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compliance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60920" y="4590288"/>
            <a:ext cx="4251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destination agreed (UiPath logs / SIEM)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Data-handling sign-off for the files processed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Change-management / go-live approval process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 Data &amp; application access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locations and systems the automation reads from and writes to.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2240280"/>
          </a:xfrm>
          <a:prstGeom prst="roundRect">
            <a:avLst>
              <a:gd name="adj" fmla="val 285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603504" cy="603504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01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folder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2167128"/>
            <a:ext cx="4251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path to the source folder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permission for the bot / user account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file naming &amp; format convention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of how files arrive (manual / feed)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486400" cy="2240280"/>
          </a:xfrm>
          <a:prstGeom prst="roundRect">
            <a:avLst>
              <a:gd name="adj" fmla="val 285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1856232"/>
            <a:ext cx="603504" cy="603504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801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location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60920" y="2167128"/>
            <a:ext cx="4251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path for the generated Excel output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/ modify permission for the account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/ overwrite rules confirmed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list if results are shared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279392"/>
            <a:ext cx="603504" cy="603504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43484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224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systems (if any)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00200" y="4590288"/>
            <a:ext cx="4251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access to any system the data comes from (SAP / DB / etc.)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credentials for those systems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Fiscal-calendar / period config for the reports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09360" y="402336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65392" y="4279392"/>
            <a:ext cx="603504" cy="603504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43484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224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60920" y="4590288"/>
            <a:ext cx="4251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relay or mailbox for run alerts (optional)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Recipients for success / failure emails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contact for failed runs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Provisioning checklist — Nissan to confirm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508760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2E4A6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46504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545336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machine / VM provisioned (spec &amp; OS)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309360" y="1508760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2E4A6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746504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95160" y="1545336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Python + .NET installed &amp; licensed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731520" y="2423160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2E4A6B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660904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2459736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Robot + Studio/Robot licenses arranged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6309360" y="2423160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2E4A6B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660904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95160" y="2459736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service account with logon + admin rights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731520" y="3337560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2E4A6B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575304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17320" y="3374136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folder, robot &amp; runtime set up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6309360" y="3337560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2E4A6B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575304"/>
            <a:ext cx="292608" cy="29260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995160" y="3374136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/ proxy / AV exceptions approved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731520" y="4251960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2E4A6B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4489704"/>
            <a:ext cx="292608" cy="29260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417320" y="4288536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&amp; output folder paths + permissions</a:t>
            </a:r>
            <a:endParaRPr lang="en-US" sz="1300" dirty="0"/>
          </a:p>
        </p:txBody>
      </p:sp>
      <p:sp>
        <p:nvSpPr>
          <p:cNvPr id="24" name="Shape 15"/>
          <p:cNvSpPr/>
          <p:nvPr/>
        </p:nvSpPr>
        <p:spPr>
          <a:xfrm>
            <a:off x="6309360" y="4251960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2E4A6B"/>
          </a:solidFill>
          <a:ln/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4489704"/>
            <a:ext cx="292608" cy="29260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995160" y="4288536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Source-system &amp; notification access (if needed)</a:t>
            </a:r>
            <a:endParaRPr lang="en-US" sz="1300" dirty="0"/>
          </a:p>
        </p:txBody>
      </p:sp>
      <p:sp>
        <p:nvSpPr>
          <p:cNvPr id="27" name="Text 17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contact in Nissan IT will accelerate provisioning. Full go-live once all items above are confirmed.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UiPath Excel Automation — Client Provisioning Requirements</dc:title>
  <dc:subject>PptxGenJS Presentation</dc:subject>
  <dc:creator>RPA Delivery Team</dc:creator>
  <cp:lastModifiedBy>RPA Delivery Team</cp:lastModifiedBy>
  <cp:revision>1</cp:revision>
  <dcterms:created xsi:type="dcterms:W3CDTF">2026-06-16T16:51:03Z</dcterms:created>
  <dcterms:modified xsi:type="dcterms:W3CDTF">2026-06-16T16:51:03Z</dcterms:modified>
</cp:coreProperties>
</file>