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868680" cy="86868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Excel Automation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Provisioning Requirements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required from the Nissan side to deploy &amp; run the RPA bot on Nissan infrastructure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•  Software &amp; Licenses  •  Accounts &amp; Access  •  Network &amp; Security  •  Data Access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 and what we need Nissan IT to provision.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006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3134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438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bot picks up source files from a folder, runs the Python variance engine, and produces a formatted Excel output.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054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3134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34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486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Nissan-owned infrastructure (VM / workstation + Orchestrator). Nissan provisions and owns all hosting.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1020" y="17373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64040" y="21031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3134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39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534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accounts, software and network permissions listed in this deck, granted by Nissan IT before go-live.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operating modes are supported — Attended (user-triggered) and Unattended (scheduled). Requirements differ slightly and are flagged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 —  Attended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user's own PC, under the user's account. The user starts it manually.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workstation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logged in to their own Windows PC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397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323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845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via Assistant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66744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process in UiPath Assistant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9397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2E4A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4596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3230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422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2512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picks folder → runs Python → builds Excel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93979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8552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70364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56" y="243230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99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98280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saved; user sees result on screen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DCE7F2"/>
          </a:solidFill>
          <a:ln/>
        </p:spPr>
      </p:sp>
      <p:sp>
        <p:nvSpPr>
          <p:cNvPr id="28" name="Text 19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user's existing Windows login and Excel license — no separate service account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must be logged in with the screen unlocked while it runs (human present)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on-demand / ad-hoc reports a person kicks off themselves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 —  Unattended mode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dedicated VM/server with no human present. Orchestrator triggers it on a schedule.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41248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trigger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starts the job (e.g. month-end)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3979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8828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323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4845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login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66744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logs into Windows as the bot account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93979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2784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2E4A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4596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3230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4224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runs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82512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folder → runs Python → builds Excel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293979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88552" y="201168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770364" y="2267712"/>
            <a:ext cx="768096" cy="768096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956" y="243230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9992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alert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98280" y="34290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shared folder; sends notification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DCE7F2"/>
          </a:solidFill>
          <a:ln/>
        </p:spPr>
      </p:sp>
      <p:sp>
        <p:nvSpPr>
          <p:cNvPr id="28" name="Text 19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dedicated Windows service account — the bot logs into Windows itself to run (interactive logon rights required)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dedicated VM with its own Excel license; no user needs to be present, screen lock is handled by the Robot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scheduled, high-volume, recurring runs (MTD / YTD, period-end)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Infrastructure  (from Nissan)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machines Nissan provisions for the robot to run 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host machine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Unattended: dedicated Windows VM / server (always-on)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Attended: the end-user's Windows workstation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guide: 4 CPU cores, 8–16 GB RAM, SSD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 or Windows Server (64-bit)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connectivity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for files, packages &amp; temp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 link to Orchestrator (cloud URL or on-prem)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input &amp; output file locations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separate UAT/test VM for safe testing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8795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hosting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49884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no infra needed — UiPath hosts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On-prem: Windows Server + SQL Server + Elasticsearch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also needs IIS, SSL certificate, firewall config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to confirm which model is approved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931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18795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43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498848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VM kept available (not left in disconnected RDP state)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RDP access for setup &amp; support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/ screensaver policy reviewed with IT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settings: machine not sleeping during run windows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Software &amp; licenses to install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and licensed by Nissan on the robot host machine.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7548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Provided by Nissan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Excel / Office 365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automation drives a real Excel instance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licensed 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runtime + packages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variance engine (openpyxl, etc.)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installed on host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by the UiPath Robot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UiPath Robot + Assistant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the published 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rights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UiPath Studio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&amp; maintain the workflow (dev seat)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project agreement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Unattended Robot 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scheduled jobs without a human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unattended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rights are required on the host machine to install the Robot, Excel add-in and Python.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Accounts &amp; access  (core ask)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and permissions the bot needs to log in and do its work.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account (unattended)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AD / Windows account for the bot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/ 'log on locally' rights on the host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admin on the robot machine (for Robot Service)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 aligned (no surprise expiry mid-run)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(attended)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employee Windows login is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added to the Orchestrator folder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attended robot license assigned to the user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service account required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Credential Store / Windows Credential Manager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Nissan-approved vault (e.g. CyberArk / Azure Key Vault)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account &amp; any app credentials stored securely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setup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folder created for this project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provisioned &amp; machine template assigned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Runtime(s) allocated to the host machine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Network, security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endpoint and policy approvals from Nissan IT/Security.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firewall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(443) to the Orchestrator URL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to file shares / SharePoint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URL whitelisting for UiPath &amp; package feeds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Python package source (or offline packages)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 exceptions for UiPath executables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for the robot working &amp; temp folders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Excel COM automation (no blocking policy)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Software-install approval for Robot / Python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GPO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Screen-lock / auto-logoff policy reviewed for the bot VM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 exempt from forced interactive MFA prompts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/ script execution policy allows the automation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B977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destination agreed (UiPath logs / SIEM)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Data-handling sign-off for the files processed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Change-management / go-live approval process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Data &amp; application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locations and systems the automation reads from and writes 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 to the source folder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permission for the bot / user account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file naming &amp; format convention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how files arrive (manual / feed)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85623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path for the generated Excel output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modify permission for the account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overwrite rules confirmed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list if results are shared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7939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(if any)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any system the data comes from (SAP / DB / etc.)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credentials for those systems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Fiscal-calendar / period config for the reports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EF2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603504" cy="603504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590288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relay or mailbox for run alerts (optional)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for success / failure emails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contact for failed runs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checklist — Nissan to confirm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46504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453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/ VM provisioned (spec &amp; OS)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5087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4650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5453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Python + .NET installed &amp; licensed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31520" y="24231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6090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4597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Robot + Studio/Robot licenses arranged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09360" y="24231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6090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5160" y="24597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service account with logon + admin rights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31520" y="3337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57530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3741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folder, robot &amp; runtime set up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309360" y="33375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7530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33741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proxy / AV exceptions approved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731520" y="42519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48970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417320" y="42885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folder paths + permissions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309360" y="4251960"/>
            <a:ext cx="5212080" cy="749808"/>
          </a:xfrm>
          <a:prstGeom prst="roundRect">
            <a:avLst>
              <a:gd name="adj" fmla="val 7317"/>
            </a:avLst>
          </a:prstGeom>
          <a:solidFill>
            <a:srgbClr val="2E4A6B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489704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95160" y="428853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Source-system &amp; notification access (if needed)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in Nissan IT will accelerate provisioning. Full go-live once all items above are confirmed.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— licenses &amp; requirements (Excel automation)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to build, deploy and run the bot.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 (desktop version) — to build &amp; maintain the automation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Assistant / Robot (desktop) — to execute the published automation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Robot license — for user-triggered runs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Robot license — for scheduled runs with no human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to deploy, schedule &amp; monitor (cloud included / on-prem self-hosted)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 on the robot machine — to run the variance / file-handling code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(desktop version) installed &amp; licensed on the robot machine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runtime — required by the UiPath Robot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Automate — licenses &amp;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providing / configuring.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Desktop (PAD) installed on the machine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 &amp; configured on the runtime machine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RPA license — for runs with a user signed in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RPA license (Process plan) — for runs with no human signed in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execution is triggered from a Power Automate cloud flow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flow trigger requires a Premium (per-user) license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(desktop) installed on the machine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licenses &amp;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to publish and connect.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 license — for each report author / publisher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 is the minimum license required to publish &amp; share reports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Tagetik connection to Power BI — connect via Tagetik’s data hub / database for reporting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UiPath Excel Automation — Client Provisioning Requirements</dc:title>
  <dc:subject>PptxGenJS Presentation</dc:subject>
  <dc:creator>RPA Delivery Team</dc:creator>
  <cp:lastModifiedBy>RPA Delivery Team</cp:lastModifiedBy>
  <cp:revision>1</cp:revision>
  <dcterms:created xsi:type="dcterms:W3CDTF">2026-06-16T16:51:03Z</dcterms:created>
  <dcterms:modified xsi:type="dcterms:W3CDTF">2026-06-16T16:51:03Z</dcterms:modified>
</cp:coreProperties>
</file>