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554480"/>
            <a:ext cx="868680" cy="86868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7556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606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UiPath Excel Automation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Provisioning Requirements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9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required from the Nissan side to deploy &amp; run the RPA bot on Nissan infrastructure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 •  Software &amp; Licenses  •  Accounts &amp; Access  •  Network &amp; Security  •  Data Access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&amp;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document covers and what we need Nissan IT to provision.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80060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83080" y="210312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92" y="231343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438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RPA bot picks up source files from a folder, runs the Python variance engine, and produces a formatted Excel output.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0540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23560" y="210312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31343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0342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9486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Nissan-owned infrastructure (VM / workstation + Orchestrator). Nissan provisions and owns all hosting.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1020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64040" y="210312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231343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4390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3534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accounts, software and network permissions listed in this deck, granted by Nissan IT before go-live.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operating modes are supported — Attended (user-triggered) and Unattended (scheduled). Requirements differ slightly and are flagged throughout.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 —  Attended mode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user's own PC, under the user's account. The user starts it manually.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41248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3060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652" y="24323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workstation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50976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logged in to their own Windows PC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2939796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57016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38828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2432304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48456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via Assistant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666744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the process in UiPath Assistant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2939796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72784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2E4A6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054596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188" y="2432304"/>
            <a:ext cx="438912" cy="4389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64224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runs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382512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picks folder → runs Python → builds Excel</a:t>
            </a:r>
            <a:endParaRPr lang="en-US" sz="10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2939796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988552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770364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4956" y="2432304"/>
            <a:ext cx="438912" cy="43891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79992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9098280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saved; user sees result on screen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DCE7F2"/>
          </a:solidFill>
          <a:ln/>
        </p:spPr>
      </p:sp>
      <p:sp>
        <p:nvSpPr>
          <p:cNvPr id="28" name="Text 19"/>
          <p:cNvSpPr/>
          <p:nvPr/>
        </p:nvSpPr>
        <p:spPr>
          <a:xfrm>
            <a:off x="777240" y="47091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868680" y="5029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user's existing Windows login and Excel license — no separate service account needed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must be logged in with the screen unlocked while it runs (human present)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on-demand / ad-hoc reports a person kicks off themselves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 —  Unattended mode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dedicated VM/server with no human present. Orchestrator triggers it on a schedule.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41248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3060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652" y="24323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/ trigger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50976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starts the job (e.g. month-end)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2939796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57016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38828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2432304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48456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login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666744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Service logs into Windows as the bot account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2939796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72784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2E4A6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054596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188" y="2432304"/>
            <a:ext cx="438912" cy="4389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64224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runs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382512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folder → runs Python → builds Excel</a:t>
            </a:r>
            <a:endParaRPr lang="en-US" sz="10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2939796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988552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770364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4956" y="2432304"/>
            <a:ext cx="438912" cy="43891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79992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+ alert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9098280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to shared folder; sends notification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DCE7F2"/>
          </a:solidFill>
          <a:ln/>
        </p:spPr>
      </p:sp>
      <p:sp>
        <p:nvSpPr>
          <p:cNvPr id="28" name="Text 19"/>
          <p:cNvSpPr/>
          <p:nvPr/>
        </p:nvSpPr>
        <p:spPr>
          <a:xfrm>
            <a:off x="777240" y="47091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868680" y="5029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dedicated Windows service account — the bot logs into Windows itself to run (interactive logon rights required)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dedicated VM with its own Excel license; no user needs to be present, screen lock is handled by the Robot Service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scheduled, high-volume, recurring runs (MTD / YTD, period-end)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Infrastructure  (from Nissan)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machines Nissan provisions for the robot to run 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host machine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167128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Unattended: dedicated Windows VM / server (always-on)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Attended: the end-user's Windows workstation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guide: 4 CPU cores, 8–16 GB RAM, SSD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Windows 10/11 or Windows Server (64-bit)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85623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connectivity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167128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space for files, packages &amp; temp output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network link to Orchestrator (cloud URL or on-prem)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the input &amp; output file locations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separate UAT/test VM for safe testing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18795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4340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33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hosting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498848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no infra needed — UiPath hosts it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On-prem: Windows Server + SQL Server + Elasticsearch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also needs IIS, SSL certificate, firewall config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 to confirm which model is approved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93192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18795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34340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133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handling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498848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 VM kept available (not left in disconnected RDP state)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/ RDP access for setup &amp; support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Auto-lock / screensaver policy reviewed with IT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settings: machine not sleeping during run windows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Software &amp; licenses to install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and licensed by Nissan on the robot host machine.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75488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it's needed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Provided by Nissan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Excel / Office 365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automation drives a real Excel instance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licensed on host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runtime + packages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variance engine (openpyxl, etc.)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installed on host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runtime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by the UiPath Robot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UiPath Robot + Assistant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Executes the published automation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rights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UiPath Studio license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&amp; maintain the workflow (dev seat)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project agreement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Unattended Robot license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scheduled jobs without a human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unattended 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rights are required on the host machine to install the Robot, Excel add-in and Python.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Accounts &amp; access  (core ask)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and permissions the bot needs to log in and do its work.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03504" cy="60350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service account (unattended)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167128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AD / Windows account for the bot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/ 'log on locally' rights on the host VM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admin on the robot machine (for Robot Service)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 aligned (no surprise expiry mid-run)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856232"/>
            <a:ext cx="603504" cy="60350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 (attended)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167128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employee Windows login is used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added to the Orchestrator folder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attended robot license assigned to the user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service account required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279392"/>
            <a:ext cx="603504" cy="60350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348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storage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590288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Credential Store / Windows Credential Manager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Nissan-approved vault (e.g. CyberArk / Azure Key Vault)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account &amp; any app credentials stored securely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4023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279392"/>
            <a:ext cx="603504" cy="60350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43484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setup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590288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+ folder created for this project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provisioned &amp; machine template assigned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Runtime(s) allocated to the host machine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Network, security &amp; governance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Firewall, endpoint and policy approvals from Nissan IT/Security.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03504" cy="603504"/>
          </a:xfrm>
          <a:prstGeom prst="ellipse">
            <a:avLst/>
          </a:prstGeom>
          <a:solidFill>
            <a:srgbClr val="B9770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firewall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167128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HTTPS (443) to the Orchestrator URL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to file shares / SharePoint used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/ URL whitelisting for UiPath &amp; package feeds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Python package source (or offline packages)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856232"/>
            <a:ext cx="603504" cy="603504"/>
          </a:xfrm>
          <a:prstGeom prst="ellipse">
            <a:avLst/>
          </a:prstGeom>
          <a:solidFill>
            <a:srgbClr val="B9770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security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167128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/ EDR exceptions for UiPath executables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for the robot working &amp; temp folders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Excel COM automation (no blocking policy)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Software-install approval for Robot / Python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279392"/>
            <a:ext cx="603504" cy="603504"/>
          </a:xfrm>
          <a:prstGeom prst="ellipse">
            <a:avLst/>
          </a:prstGeom>
          <a:solidFill>
            <a:srgbClr val="B9770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348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GPO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590288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Screen-lock / auto-logoff policy reviewed for the bot VM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exempt from forced interactive MFA prompts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/ script execution policy allows the automation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4023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279392"/>
            <a:ext cx="603504" cy="603504"/>
          </a:xfrm>
          <a:prstGeom prst="ellipse">
            <a:avLst/>
          </a:prstGeom>
          <a:solidFill>
            <a:srgbClr val="B9770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43484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590288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destination agreed (UiPath logs / SIEM)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Data-handling sign-off for the files processed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Change-management / go-live approval process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Data &amp; application access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locations and systems the automation reads from and writes to.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folder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167128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path to the source folder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permission for the bot / user account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file naming &amp; format convention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of how files arrive (manual / feed)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85623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location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167128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path for the generated Excel output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/ modify permission for the account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/ overwrite rules confirmed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list if results are shared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27939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348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 (if any)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590288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access to any system the data comes from (SAP / DB / etc.)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credentials for those systems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Fiscal-calendar / period config for the reports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4023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27939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43484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590288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relay or mailbox for run alerts (optional)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 for success / failure emails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contact for failed runs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Provisioning checklist — Nissan to confirm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46504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453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machine / VM provisioned (spec &amp; OS)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09360" y="15087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46504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95160" y="15453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Python + .NET installed &amp; licensed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31520" y="24231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60904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4597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Robot + Studio/Robot licenses arranged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309360" y="24231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66090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95160" y="24597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service account with logon + admin rights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731520" y="33375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575304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17320" y="33741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folder, robot &amp; runtime set up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6309360" y="33375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575304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95160" y="33741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/ proxy / AV exceptions approved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731520" y="42519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489704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417320" y="42885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output folder paths + permissions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6309360" y="42519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4489704"/>
            <a:ext cx="292608" cy="29260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95160" y="42885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Source-system &amp; notification access (if needed)</a:t>
            </a:r>
            <a:endParaRPr lang="en-US" sz="1300" dirty="0"/>
          </a:p>
        </p:txBody>
      </p:sp>
      <p:sp>
        <p:nvSpPr>
          <p:cNvPr id="27" name="Text 17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 in Nissan IT will accelerate provisioning. Full go-live once all items above are confirmed.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UiPath — licenses &amp; requirements (Excel automation)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needed to build, deploy and run the bot.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Studio (desktop version) — to build &amp; maintain the automation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Assistant / Robot (desktop) — to execute the published automation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 Robot license — for user-triggered runs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 Robot license — for scheduled runs with no human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— to deploy, schedule &amp; monitor (cloud included / on-prem self-hosted)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installed on the robot machine — to run the variance / file-handling code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(desktop version) installed &amp; licensed on the robot machine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runtime — required by the UiPath Robot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involved (paid licenses)? — YES (Studio + Robot + Orchestrator are paid)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Automate — licenses &amp; requirements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providing / configuring.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/ Power Automate — License</a:t>
            </a:r>
            <a:endParaRPr lang="en-US" sz="1400" dirty="0"/>
          </a:p>
          <a:p>
            <a:pPr marL="4572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Free — data source / storage via SharePoint / Excel / OneDrive</a:t>
            </a:r>
            <a:endParaRPr lang="en-US" sz="1300" dirty="0"/>
          </a:p>
          <a:p>
            <a:pPr marL="4572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with Dataverse — table storage, scalability, security roles, model-driven apps, custom connectors (SQL Server, Azure SQL)</a:t>
            </a:r>
            <a:endParaRPr lang="en-US" sz="13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Desktop (PAD) — License</a:t>
            </a:r>
            <a:endParaRPr lang="en-US" sz="1400" dirty="0"/>
          </a:p>
          <a:p>
            <a:pPr marL="4572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Free plan — UI / browser automations &amp; data extractions</a:t>
            </a:r>
            <a:endParaRPr lang="en-US" sz="1300" dirty="0"/>
          </a:p>
          <a:p>
            <a:pPr marL="4572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— queue concept, custom / online connectors, scheduling through cloud, machine configuration</a:t>
            </a:r>
            <a:endParaRPr lang="en-US" sz="13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execution is triggered from a Power Automate cloud flow — needs Premium (per-user) license</a:t>
            </a:r>
            <a:endParaRPr lang="en-US" sz="13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— access to NE_AMIEO_Citizen_Environment to develop the solution</a:t>
            </a:r>
            <a:endParaRPr lang="en-US" sz="14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site — to create the list / document library</a:t>
            </a:r>
            <a:endParaRPr lang="en-US" sz="1400" dirty="0"/>
          </a:p>
          <a:p>
            <a:pPr marL="228600" indent="-228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— to transfer ownership and send automated emails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licenses &amp; requirements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to publish and connect.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 license — for each report author / publisher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 is the minimum license required to publish &amp; share reports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Tagetik connection to Power BI — connect via Tagetik’s data hub / database for reporting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UiPath Excel Automation — Client Provisioning Requirements</dc:title>
  <dc:subject>PptxGenJS Presentation</dc:subject>
  <dc:creator>RPA Delivery Team</dc:creator>
  <cp:lastModifiedBy>RPA Delivery Team</cp:lastModifiedBy>
  <cp:revision>1</cp:revision>
  <dcterms:created xsi:type="dcterms:W3CDTF">2026-06-16T16:51:03Z</dcterms:created>
  <dcterms:modified xsi:type="dcterms:W3CDTF">2026-06-16T16:51:03Z</dcterms:modified>
</cp:coreProperties>
</file>