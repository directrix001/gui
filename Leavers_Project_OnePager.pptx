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731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Project — PDF-to-Excel Automation: Migration to Node.js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035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discussion — options assessment (one-pager)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9525">
            <a:solidFill>
              <a:srgbClr val="C9D6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 &amp; CHALLENGE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input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578608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52928" y="17830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852928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Excel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928616" y="17830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28616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required details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729984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04304" y="17830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04304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calculations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805672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079992" y="17830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079992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223113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algn="l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this logic in Node.js is complex — Claude's assistance is required, but the source PDFs contain sensitive leaver data.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2743200"/>
            <a:ext cx="3584448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9D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" y="2743200"/>
            <a:ext cx="3584448" cy="896112"/>
          </a:xfrm>
          <a:prstGeom prst="roundRect">
            <a:avLst>
              <a:gd name="adj" fmla="val 9184"/>
            </a:avLst>
          </a:prstGeom>
          <a:solidFill>
            <a:srgbClr val="0280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980944"/>
            <a:ext cx="420624" cy="42062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52728" y="285292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252728" y="3072384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Dummy Templates via Ops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04088" y="37490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shares masked / dummy PDF templates with Genpact; logic is replicated in Node.js with Claude's help.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04088" y="43525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722376" y="455371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leaves Nissan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to full automation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accelerates build &amp; testing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704088" y="535838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3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22376" y="555955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must cover all edge cases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Ops to prepare masks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302252" y="2743200"/>
            <a:ext cx="3584448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9D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302252" y="2743200"/>
            <a:ext cx="3584448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980944"/>
            <a:ext cx="420624" cy="42062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052060" y="285292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5052060" y="3072384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Conversion via Power Query</a:t>
            </a:r>
            <a:endParaRPr lang="en-US" sz="1450" dirty="0"/>
          </a:p>
        </p:txBody>
      </p:sp>
      <p:sp>
        <p:nvSpPr>
          <p:cNvPr id="38" name="Text 33"/>
          <p:cNvSpPr txBox="1"/>
          <p:nvPr/>
        </p:nvSpPr>
        <p:spPr>
          <a:xfrm>
            <a:off x="4503420" y="37490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performs the PDF-to-Excel step manually using Power Query; downstream logic stays as-is.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4503420" y="43525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4521708" y="455371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development cost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immediately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approvals needed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4503420" y="535838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3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4521708" y="555955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every cycle — not scalable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true automation solution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101584" y="2743200"/>
            <a:ext cx="3584448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9D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8101584" y="2743200"/>
            <a:ext cx="3584448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980944"/>
            <a:ext cx="420624" cy="420624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8851392" y="285292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8851392" y="3072384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Document Intelligence API</a:t>
            </a:r>
            <a:endParaRPr lang="en-US" sz="1450" dirty="0"/>
          </a:p>
        </p:txBody>
      </p:sp>
      <p:sp>
        <p:nvSpPr>
          <p:cNvPr id="48" name="Text 42"/>
          <p:cNvSpPr txBox="1"/>
          <p:nvPr/>
        </p:nvSpPr>
        <p:spPr>
          <a:xfrm>
            <a:off x="8302752" y="37490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Nissan's Document Intelligence API for structured PDF extraction, feeding the Node.js pipeline.</a:t>
            </a:r>
            <a:endParaRPr lang="en-US" sz="1050" dirty="0"/>
          </a:p>
        </p:txBody>
      </p:sp>
      <p:sp>
        <p:nvSpPr>
          <p:cNvPr id="49" name="Text 43"/>
          <p:cNvSpPr txBox="1"/>
          <p:nvPr/>
        </p:nvSpPr>
        <p:spPr>
          <a:xfrm>
            <a:off x="8302752" y="43525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8321040" y="455371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robust &amp; accurate extraction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scalable long term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API spend: 120 pg/mo ≈ $1.2 (Layout) – $3.6 (Custom)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8302752" y="535838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3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950" dirty="0"/>
          </a:p>
        </p:txBody>
      </p:sp>
      <p:sp>
        <p:nvSpPr>
          <p:cNvPr id="52" name="Text 46"/>
          <p:cNvSpPr txBox="1"/>
          <p:nvPr/>
        </p:nvSpPr>
        <p:spPr>
          <a:xfrm>
            <a:off x="8321040" y="555955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— full approval cycle required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infrastructure cost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✗"/>
            </a:pPr>
            <a:r>
              <a:rPr lang="en-US" sz="10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uncertain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502920" y="6400800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dev effort only, no new licences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4302252" y="6400800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tooling cost, but recurring FTE effort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8101584" y="6400800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~$1.2–3.6/mo @ 120 pages — real cost is approval time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2026-09-07T10:44:55Z</dcterms:created>
  <dcterms:modified xsi:type="dcterms:W3CDTF">2026-09-07T10:44:55Z</dcterms:modified>
</cp:coreProperties>
</file>