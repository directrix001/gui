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10" r:id="rId2"/>
    <p:sldId id="26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4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DD1EF-840E-5772-B662-1F7D99F3F0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0CF2A1-3A00-8F5C-AA3E-D8D8E9AF00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5293AB-8606-A9BF-BCD6-CF44A2A68DF2}"/>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01FC6426-6A31-378D-3E70-50DCED24D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28FDDE-6C7C-5BFC-A701-686864F8258F}"/>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58927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AF453-BD78-58C5-663C-A8A2BF0194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7425A2-D1F1-670D-C9F2-2884E79AE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9262B1-0A36-AFE3-2813-78EA9B1C22D4}"/>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19D55941-A959-E7A8-F5CF-6DF1B09F83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6C995-D1E2-DE16-1AEF-AF427C1558BF}"/>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2339097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8E4F-4B64-21A8-4E20-16F0A1EE4B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2490FC-B50A-7BF2-AD21-D558A619BC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39B3F5-9707-E932-44CF-4A0961C64F67}"/>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1E2E9F0A-B536-EA4F-39F3-61B5AF121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D19BB-D583-17D5-F707-A418EADF2F2E}"/>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865475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49D54-2F30-ACC5-CD75-5CD92B40EF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7B878-002E-733E-8C92-1C4C0EF0B7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22719D-D216-AC57-7106-AA8738AFF0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25D374-BD67-82FB-1B01-B0183F1EA7BC}"/>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6" name="Footer Placeholder 5">
            <a:extLst>
              <a:ext uri="{FF2B5EF4-FFF2-40B4-BE49-F238E27FC236}">
                <a16:creationId xmlns:a16="http://schemas.microsoft.com/office/drawing/2014/main" id="{BDDED9FA-93B0-05FD-4F2D-7FE2D09171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9CDC18-C0AB-35F1-BBF1-83FA202F0FFE}"/>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2240055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B5B8-3FA8-6964-8E29-7C71A314BE8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850157-B724-7A6D-CF7F-60709167FF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1315A0-AEAE-090C-7839-FFFB84736E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02D863-430D-3087-7955-6B95192828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1001F-35E0-4EF6-80D7-D259FF8F8E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921AB7-917C-1E40-2D40-249B07701B0D}"/>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8" name="Footer Placeholder 7">
            <a:extLst>
              <a:ext uri="{FF2B5EF4-FFF2-40B4-BE49-F238E27FC236}">
                <a16:creationId xmlns:a16="http://schemas.microsoft.com/office/drawing/2014/main" id="{72593931-C108-00B6-FA4C-B0D1A88777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66CD82-BF40-7C4C-8F95-F9628ABFFAC2}"/>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421028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0CD9-4277-6B91-5BD9-B505C7353A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CDEAAA-1420-EAAD-5FAF-2068652C1132}"/>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4" name="Footer Placeholder 3">
            <a:extLst>
              <a:ext uri="{FF2B5EF4-FFF2-40B4-BE49-F238E27FC236}">
                <a16:creationId xmlns:a16="http://schemas.microsoft.com/office/drawing/2014/main" id="{33767A3C-7F36-E7B9-759A-AA04B3DEF5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9CDA6F-3BA7-830C-F7E9-419A3F4905FB}"/>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670576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1FA613-E7F8-3F7B-27B9-4C5EF87A39BE}"/>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3" name="Footer Placeholder 2">
            <a:extLst>
              <a:ext uri="{FF2B5EF4-FFF2-40B4-BE49-F238E27FC236}">
                <a16:creationId xmlns:a16="http://schemas.microsoft.com/office/drawing/2014/main" id="{CA008381-60A8-8F27-6EF4-B03E38803A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FBACBC-D33B-AAF9-FA3D-233E18927EB9}"/>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879621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5A625-6BBE-72FC-D329-E0350159B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AF5428-CE91-0D4A-8662-843FDA713C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6982F9-F511-3273-9BD3-8122389633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EB074-886E-CDDD-BA29-593B255BCC90}"/>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6" name="Footer Placeholder 5">
            <a:extLst>
              <a:ext uri="{FF2B5EF4-FFF2-40B4-BE49-F238E27FC236}">
                <a16:creationId xmlns:a16="http://schemas.microsoft.com/office/drawing/2014/main" id="{E80C7682-4457-E18B-C3CC-A93CB69C8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C2B530-5140-D9BE-FDA8-8F960F69E95E}"/>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423752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CDF0D-599D-ECDF-F6AB-45AEBE2C8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BEBECB-6CEC-383E-F3A5-573A6D2684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292628-5DE9-9751-2DA1-ECF5E900D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417843-EA9E-CE81-36A1-B7027DD72477}"/>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6" name="Footer Placeholder 5">
            <a:extLst>
              <a:ext uri="{FF2B5EF4-FFF2-40B4-BE49-F238E27FC236}">
                <a16:creationId xmlns:a16="http://schemas.microsoft.com/office/drawing/2014/main" id="{A6F46F27-D631-40AC-076D-C3AD5F8085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C1BEA8-9740-9AC3-BA44-840D937E8437}"/>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36127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B716-E755-447A-CF33-DF706A0D0E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667FBF-0FC0-CF17-5A13-30CF166494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3E2264-028E-54B9-7F3E-B48970F097FC}"/>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0599429E-7AA7-2020-4131-88769B703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C826B-F466-92B5-BB1D-D8BC53D6828B}"/>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107036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AAEB8E-9360-2ABD-23FB-021A1D0C25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3BFA8B-E76C-8669-4170-B2A3B89ADD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10A1E-8CDD-08C6-B77D-728DCAC1CB0B}"/>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77B546BC-D6C4-ED25-D400-7B40D8A0E5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AB2B1-DF35-3281-C293-F8C4144426C3}"/>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3213752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メッセージライン">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F6E8ED3E-4F8A-4A41-AC47-4D4A6C710783}"/>
              </a:ext>
            </a:extLst>
          </p:cNvPr>
          <p:cNvSpPr>
            <a:spLocks noGrp="1"/>
          </p:cNvSpPr>
          <p:nvPr>
            <p:ph type="title"/>
          </p:nvPr>
        </p:nvSpPr>
        <p:spPr>
          <a:xfrm>
            <a:off x="502921" y="122239"/>
            <a:ext cx="9814561" cy="669925"/>
          </a:xfrm>
          <a:prstGeom prst="rect">
            <a:avLst/>
          </a:prstGeom>
        </p:spPr>
        <p:txBody>
          <a:bodyPr anchor="b"/>
          <a:lstStyle>
            <a:lvl1pPr algn="l">
              <a:defRPr sz="2400">
                <a:latin typeface="Meiryo UI" panose="020B0604030504040204" pitchFamily="50" charset="-128"/>
                <a:ea typeface="Meiryo UI" panose="020B0604030504040204" pitchFamily="50" charset="-128"/>
              </a:defRPr>
            </a:lvl1pPr>
          </a:lstStyle>
          <a:p>
            <a:r>
              <a:rPr lang="ja-JP" altLang="en-US"/>
              <a:t>マスター タイトルの書式設定</a:t>
            </a:r>
          </a:p>
        </p:txBody>
      </p:sp>
      <p:sp>
        <p:nvSpPr>
          <p:cNvPr id="5" name="テキスト プレースホルダー 4">
            <a:extLst>
              <a:ext uri="{FF2B5EF4-FFF2-40B4-BE49-F238E27FC236}">
                <a16:creationId xmlns:a16="http://schemas.microsoft.com/office/drawing/2014/main" id="{96CCEA56-AF1C-4616-8BC6-386F78858CAD}"/>
              </a:ext>
            </a:extLst>
          </p:cNvPr>
          <p:cNvSpPr>
            <a:spLocks noGrp="1"/>
          </p:cNvSpPr>
          <p:nvPr>
            <p:ph type="body" sz="quarter" idx="10" hasCustomPrompt="1"/>
          </p:nvPr>
        </p:nvSpPr>
        <p:spPr>
          <a:xfrm>
            <a:off x="502920" y="854128"/>
            <a:ext cx="10429907" cy="524968"/>
          </a:xfrm>
          <a:prstGeom prst="rect">
            <a:avLst/>
          </a:prstGeom>
        </p:spPr>
        <p:txBody>
          <a:bodyPr/>
          <a:lstStyle>
            <a:lvl1pPr marL="0" indent="0">
              <a:buNone/>
              <a:defRPr sz="1600">
                <a:latin typeface="Meiryo UI" panose="020B0604030504040204" pitchFamily="50" charset="-128"/>
                <a:ea typeface="Meiryo UI" panose="020B0604030504040204" pitchFamily="50" charset="-128"/>
              </a:defRPr>
            </a:lvl1pPr>
          </a:lstStyle>
          <a:p>
            <a:pPr lvl="0"/>
            <a:r>
              <a:rPr kumimoji="1" lang="ja-JP" altLang="en-US"/>
              <a:t>テキスト</a:t>
            </a:r>
            <a:endParaRPr kumimoji="1" lang="en-GB"/>
          </a:p>
        </p:txBody>
      </p:sp>
    </p:spTree>
    <p:extLst>
      <p:ext uri="{BB962C8B-B14F-4D97-AF65-F5344CB8AC3E}">
        <p14:creationId xmlns:p14="http://schemas.microsoft.com/office/powerpoint/2010/main" val="1918438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C2578-F2E8-9999-5DE1-6D96C033E3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E13968-264E-FC08-4B6C-ED4DFF93FB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8A24EA-2410-CC3D-60F8-DAFD90E1B3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1F1EB611-B932-843E-D0B0-F57F713E09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E20F6F-D9F1-1AE8-C778-FE77772E5E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B25F5B-32D7-49C2-AB15-7F2D8554D4D8}" type="slidenum">
              <a:rPr lang="en-US" smtClean="0"/>
              <a:t>‹#›</a:t>
            </a:fld>
            <a:endParaRPr lang="en-US"/>
          </a:p>
        </p:txBody>
      </p:sp>
    </p:spTree>
    <p:extLst>
      <p:ext uri="{BB962C8B-B14F-4D97-AF65-F5344CB8AC3E}">
        <p14:creationId xmlns:p14="http://schemas.microsoft.com/office/powerpoint/2010/main" val="345082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B795-6C0F-8FE0-DA08-361CBC807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7FEEE-3998-0BC9-62D4-77396366F493}"/>
              </a:ext>
            </a:extLst>
          </p:cNvPr>
          <p:cNvSpPr>
            <a:spLocks noGrp="1"/>
          </p:cNvSpPr>
          <p:nvPr>
            <p:ph type="title"/>
          </p:nvPr>
        </p:nvSpPr>
        <p:spPr>
          <a:xfrm>
            <a:off x="502921" y="26760"/>
            <a:ext cx="9814561" cy="669925"/>
          </a:xfrm>
        </p:spPr>
        <p:txBody>
          <a:bodyPr/>
          <a:lstStyle/>
          <a:p>
            <a:r>
              <a:rPr lang="en-US" sz="2585" dirty="0">
                <a:latin typeface="NissanAG-Bold" pitchFamily="50" charset="0"/>
                <a:ea typeface="NissanAG-Bold" pitchFamily="50" charset="0"/>
                <a:cs typeface="Verdana" pitchFamily="34" charset="0"/>
              </a:rPr>
              <a:t>5. Sequence Diagram- Prod</a:t>
            </a:r>
            <a:endParaRPr lang="en-IN" sz="2585" dirty="0">
              <a:latin typeface="NissanAG-Bold" pitchFamily="50" charset="0"/>
              <a:ea typeface="NissanAG-Bold" pitchFamily="50" charset="0"/>
              <a:cs typeface="Verdana" pitchFamily="34" charset="0"/>
            </a:endParaRPr>
          </a:p>
        </p:txBody>
      </p:sp>
      <p:grpSp>
        <p:nvGrpSpPr>
          <p:cNvPr id="3" name="Group 2">
            <a:extLst>
              <a:ext uri="{FF2B5EF4-FFF2-40B4-BE49-F238E27FC236}">
                <a16:creationId xmlns:a16="http://schemas.microsoft.com/office/drawing/2014/main" id="{386114B5-BBAB-6241-6960-8935316419FE}"/>
              </a:ext>
            </a:extLst>
          </p:cNvPr>
          <p:cNvGrpSpPr/>
          <p:nvPr/>
        </p:nvGrpSpPr>
        <p:grpSpPr>
          <a:xfrm>
            <a:off x="12695273" y="0"/>
            <a:ext cx="3062177" cy="6858000"/>
            <a:chOff x="5986130" y="680484"/>
            <a:chExt cx="2562447" cy="4859079"/>
          </a:xfrm>
        </p:grpSpPr>
        <p:sp>
          <p:nvSpPr>
            <p:cNvPr id="5" name="Speech Bubble: Rectangle with Corners Rounded 4">
              <a:extLst>
                <a:ext uri="{FF2B5EF4-FFF2-40B4-BE49-F238E27FC236}">
                  <a16:creationId xmlns:a16="http://schemas.microsoft.com/office/drawing/2014/main" id="{D2078AD6-B22E-74A5-C694-E023C4764AFA}"/>
                </a:ext>
              </a:extLst>
            </p:cNvPr>
            <p:cNvSpPr/>
            <p:nvPr/>
          </p:nvSpPr>
          <p:spPr>
            <a:xfrm rot="5400000">
              <a:off x="4837814" y="1828800"/>
              <a:ext cx="4859079" cy="2562447"/>
            </a:xfrm>
            <a:prstGeom prst="wedgeRoundRect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Nissan Pro Regular"/>
                <a:ea typeface="メイリオ"/>
                <a:cs typeface="+mn-cs"/>
              </a:endParaRPr>
            </a:p>
          </p:txBody>
        </p:sp>
        <p:sp>
          <p:nvSpPr>
            <p:cNvPr id="6" name="TextBox 5">
              <a:extLst>
                <a:ext uri="{FF2B5EF4-FFF2-40B4-BE49-F238E27FC236}">
                  <a16:creationId xmlns:a16="http://schemas.microsoft.com/office/drawing/2014/main" id="{7ADDE44A-0A36-BEF7-F326-B0ABD150E980}"/>
                </a:ext>
              </a:extLst>
            </p:cNvPr>
            <p:cNvSpPr txBox="1"/>
            <p:nvPr/>
          </p:nvSpPr>
          <p:spPr>
            <a:xfrm>
              <a:off x="6096000" y="887055"/>
              <a:ext cx="2271823" cy="37943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Nissan Pro Regular"/>
                  <a:ea typeface="メイリオ"/>
                  <a:cs typeface="+mn-cs"/>
                </a:rPr>
                <a:t>Use this space for your Sequence Diagram (refer to the example documents if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issan Pro Regular"/>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FFFF"/>
                  </a:solidFill>
                  <a:effectLst/>
                  <a:uLnTx/>
                  <a:uFillTx/>
                  <a:latin typeface="Nissan Pro Regular"/>
                  <a:ea typeface="メイリオ"/>
                  <a:cs typeface="+mn-cs"/>
                </a:rPr>
                <a:t>“A sequence diagram consists of a group of objects that are represented by lifelines, and the messages that they exchange over time during the interaction. A sequence diagram shows the sequence of messages passed between objects. Sequence diagrams can also show the control structures between objects.” - IBM</a:t>
              </a:r>
            </a:p>
          </p:txBody>
        </p:sp>
      </p:grpSp>
      <p:sp>
        <p:nvSpPr>
          <p:cNvPr id="7" name="TextBox 6">
            <a:extLst>
              <a:ext uri="{FF2B5EF4-FFF2-40B4-BE49-F238E27FC236}">
                <a16:creationId xmlns:a16="http://schemas.microsoft.com/office/drawing/2014/main" id="{D4D22ACE-7B62-D662-FF65-450E2899E912}"/>
              </a:ext>
            </a:extLst>
          </p:cNvPr>
          <p:cNvSpPr txBox="1"/>
          <p:nvPr/>
        </p:nvSpPr>
        <p:spPr>
          <a:xfrm>
            <a:off x="1284514" y="979714"/>
            <a:ext cx="9032968" cy="5478423"/>
          </a:xfrm>
          <a:prstGeom prst="rect">
            <a:avLst/>
          </a:prstGeom>
          <a:noFill/>
          <a:ln w="28575">
            <a:solidFill>
              <a:schemeClr val="tx1"/>
            </a:solidFill>
          </a:ln>
        </p:spPr>
        <p:txBody>
          <a:bodyPr wrap="square">
            <a:spAutoFit/>
          </a:bodyPr>
          <a:lstStyle/>
          <a:p>
            <a:r>
              <a:rPr lang="en-US" sz="1400" b="1" dirty="0">
                <a:solidFill>
                  <a:schemeClr val="tx2">
                    <a:lumMod val="75000"/>
                  </a:schemeClr>
                </a:solidFill>
              </a:rPr>
              <a:t>    </a:t>
            </a:r>
            <a:r>
              <a:rPr lang="en-US" sz="1200" b="1" dirty="0">
                <a:solidFill>
                  <a:schemeClr val="tx2">
                    <a:lumMod val="75000"/>
                  </a:schemeClr>
                </a:solidFill>
              </a:rPr>
              <a:t>     		</a:t>
            </a:r>
            <a:r>
              <a:rPr lang="en-US" sz="1400" b="1" dirty="0">
                <a:solidFill>
                  <a:schemeClr val="tx2">
                    <a:lumMod val="75000"/>
                  </a:schemeClr>
                </a:solidFill>
              </a:rPr>
              <a:t>  </a:t>
            </a:r>
            <a:r>
              <a:rPr lang="en-US" sz="1200" b="1" dirty="0">
                <a:solidFill>
                  <a:schemeClr val="tx2">
                    <a:lumMod val="75000"/>
                  </a:schemeClr>
                </a:solidFill>
              </a:rPr>
              <a:t>	</a:t>
            </a:r>
            <a:r>
              <a:rPr lang="en-US" sz="1400" b="1" dirty="0">
                <a:solidFill>
                  <a:schemeClr val="tx2">
                    <a:lumMod val="75000"/>
                  </a:schemeClr>
                </a:solidFill>
              </a:rPr>
              <a:t>  			       	</a:t>
            </a:r>
          </a:p>
          <a:p>
            <a:r>
              <a:rPr lang="en-US" sz="1400" b="1" dirty="0">
                <a:solidFill>
                  <a:schemeClr val="tx2">
                    <a:lumMod val="75000"/>
                  </a:schemeClr>
                </a:solidFill>
              </a:rPr>
              <a:t>	</a:t>
            </a:r>
          </a:p>
          <a:p>
            <a:endParaRPr lang="en-US" sz="1200" b="1" dirty="0">
              <a:solidFill>
                <a:schemeClr val="tx2">
                  <a:lumMod val="75000"/>
                </a:schemeClr>
              </a:solidFill>
            </a:endParaRPr>
          </a:p>
          <a:p>
            <a:r>
              <a:rPr lang="en-US" sz="1200" b="1" dirty="0">
                <a:solidFill>
                  <a:schemeClr val="tx2">
                    <a:lumMod val="75000"/>
                  </a:schemeClr>
                </a:solidFill>
              </a:rPr>
              <a:t> </a:t>
            </a:r>
            <a:r>
              <a:rPr lang="en-US" sz="1200" b="1" dirty="0">
                <a:solidFill>
                  <a:schemeClr val="bg2">
                    <a:lumMod val="50000"/>
                  </a:schemeClr>
                </a:solidFill>
              </a:rPr>
              <a:t>|               		 |                  		  |        		|           		    |</a:t>
            </a:r>
          </a:p>
          <a:p>
            <a:r>
              <a:rPr lang="en-US" sz="1200" b="1" dirty="0">
                <a:solidFill>
                  <a:schemeClr val="bg2">
                    <a:lumMod val="50000"/>
                  </a:schemeClr>
                </a:solidFill>
              </a:rPr>
              <a:t> |</a:t>
            </a:r>
            <a:r>
              <a:rPr lang="en-US" sz="1400" b="1" dirty="0">
                <a:solidFill>
                  <a:schemeClr val="bg2">
                    <a:lumMod val="50000"/>
                  </a:schemeClr>
                </a:solidFill>
              </a:rPr>
              <a:t> Login      </a:t>
            </a:r>
            <a:r>
              <a:rPr lang="en-US" sz="1200" b="1" dirty="0">
                <a:solidFill>
                  <a:schemeClr val="bg2">
                    <a:lumMod val="50000"/>
                  </a:schemeClr>
                </a:solidFill>
              </a:rPr>
              <a:t>		 |                   		  |               		|             		    |</a:t>
            </a:r>
          </a:p>
          <a:p>
            <a:r>
              <a:rPr lang="en-US" sz="1200" b="1" dirty="0">
                <a:solidFill>
                  <a:schemeClr val="bg2">
                    <a:lumMod val="50000"/>
                  </a:schemeClr>
                </a:solidFill>
              </a:rPr>
              <a:t> |----------------------------------&gt;  	 |             		  |               		|             		    |</a:t>
            </a:r>
          </a:p>
          <a:p>
            <a:r>
              <a:rPr lang="en-US" sz="1200" b="1" dirty="0">
                <a:solidFill>
                  <a:schemeClr val="bg2">
                    <a:lumMod val="50000"/>
                  </a:schemeClr>
                </a:solidFill>
              </a:rPr>
              <a:t> |                		 |              	    	  |              		|          		    |</a:t>
            </a:r>
          </a:p>
          <a:p>
            <a:r>
              <a:rPr lang="en-US" sz="1200" b="1" dirty="0">
                <a:solidFill>
                  <a:schemeClr val="bg2">
                    <a:lumMod val="50000"/>
                  </a:schemeClr>
                </a:solidFill>
              </a:rPr>
              <a:t> | </a:t>
            </a:r>
            <a:r>
              <a:rPr lang="en-US" sz="1400" b="1" dirty="0">
                <a:solidFill>
                  <a:schemeClr val="bg2">
                    <a:lumMod val="50000"/>
                  </a:schemeClr>
                </a:solidFill>
              </a:rPr>
              <a:t>Run Flow     </a:t>
            </a:r>
            <a:r>
              <a:rPr lang="en-US" sz="1200" b="1" dirty="0">
                <a:solidFill>
                  <a:schemeClr val="bg2">
                    <a:lumMod val="50000"/>
                  </a:schemeClr>
                </a:solidFill>
              </a:rPr>
              <a:t>	 |           		  |            		|             		    |</a:t>
            </a:r>
          </a:p>
          <a:p>
            <a:r>
              <a:rPr lang="en-US" sz="1200" b="1" dirty="0">
                <a:solidFill>
                  <a:schemeClr val="bg2">
                    <a:lumMod val="50000"/>
                  </a:schemeClr>
                </a:solidFill>
              </a:rPr>
              <a:t> |----------------------------------&gt;  	 |               	 	  |              		|        		    |</a:t>
            </a:r>
          </a:p>
          <a:p>
            <a:r>
              <a:rPr lang="en-US" sz="1200" b="1" dirty="0">
                <a:solidFill>
                  <a:schemeClr val="bg2">
                    <a:lumMod val="50000"/>
                  </a:schemeClr>
                </a:solidFill>
              </a:rPr>
              <a:t> |               		 |</a:t>
            </a:r>
            <a:r>
              <a:rPr lang="en-US" sz="1400" b="1" dirty="0">
                <a:solidFill>
                  <a:schemeClr val="bg2">
                    <a:lumMod val="50000"/>
                  </a:schemeClr>
                </a:solidFill>
              </a:rPr>
              <a:t>Capture Username      </a:t>
            </a:r>
            <a:r>
              <a:rPr lang="en-US" sz="1200" b="1" dirty="0">
                <a:solidFill>
                  <a:schemeClr val="bg2">
                    <a:lumMod val="50000"/>
                  </a:schemeClr>
                </a:solidFill>
              </a:rPr>
              <a:t>	  |             		|    		    |</a:t>
            </a:r>
          </a:p>
          <a:p>
            <a:r>
              <a:rPr lang="en-US" sz="1200" b="1" dirty="0">
                <a:solidFill>
                  <a:schemeClr val="bg2">
                    <a:lumMod val="50000"/>
                  </a:schemeClr>
                </a:solidFill>
              </a:rPr>
              <a:t> |              		 |----------------&gt;	  |            		|              		    |</a:t>
            </a:r>
          </a:p>
          <a:p>
            <a:r>
              <a:rPr lang="en-US" sz="1200" b="1" dirty="0">
                <a:solidFill>
                  <a:schemeClr val="bg2">
                    <a:lumMod val="50000"/>
                  </a:schemeClr>
                </a:solidFill>
              </a:rPr>
              <a:t> |               		 | </a:t>
            </a:r>
            <a:r>
              <a:rPr lang="en-US" sz="1400" b="1" dirty="0">
                <a:solidFill>
                  <a:schemeClr val="bg2">
                    <a:lumMod val="50000"/>
                  </a:schemeClr>
                </a:solidFill>
              </a:rPr>
              <a:t>Launch EXE    </a:t>
            </a:r>
            <a:r>
              <a:rPr lang="en-US" sz="1200" b="1" dirty="0">
                <a:solidFill>
                  <a:schemeClr val="bg2">
                    <a:lumMod val="50000"/>
                  </a:schemeClr>
                </a:solidFill>
              </a:rPr>
              <a:t>	  |          		|        		    |</a:t>
            </a:r>
          </a:p>
          <a:p>
            <a:r>
              <a:rPr lang="en-US" sz="1200" b="1" dirty="0">
                <a:solidFill>
                  <a:schemeClr val="bg2">
                    <a:lumMod val="50000"/>
                  </a:schemeClr>
                </a:solidFill>
              </a:rPr>
              <a:t> |                 		 |-------------&gt;     	  |            		|     		    |</a:t>
            </a:r>
          </a:p>
          <a:p>
            <a:r>
              <a:rPr lang="en-US" sz="1200" b="1" dirty="0">
                <a:solidFill>
                  <a:schemeClr val="bg2">
                    <a:lumMod val="50000"/>
                  </a:schemeClr>
                </a:solidFill>
              </a:rPr>
              <a:t> |               		 |                	 	  | </a:t>
            </a:r>
            <a:r>
              <a:rPr lang="en-US" sz="1400" b="1" dirty="0">
                <a:solidFill>
                  <a:schemeClr val="bg2">
                    <a:lumMod val="50000"/>
                  </a:schemeClr>
                </a:solidFill>
              </a:rPr>
              <a:t>Display UI 	</a:t>
            </a:r>
            <a:r>
              <a:rPr lang="en-US" sz="1200" b="1" dirty="0">
                <a:solidFill>
                  <a:schemeClr val="bg2">
                    <a:lumMod val="50000"/>
                  </a:schemeClr>
                </a:solidFill>
              </a:rPr>
              <a:t>|	                              |</a:t>
            </a:r>
          </a:p>
          <a:p>
            <a:r>
              <a:rPr lang="en-US" sz="1200" b="1" dirty="0">
                <a:solidFill>
                  <a:schemeClr val="bg2">
                    <a:lumMod val="50000"/>
                  </a:schemeClr>
                </a:solidFill>
              </a:rPr>
              <a:t> |		  &lt;---------------------------------       |          		|         		    |</a:t>
            </a:r>
          </a:p>
          <a:p>
            <a:r>
              <a:rPr lang="en-US" sz="1200" b="1" dirty="0">
                <a:solidFill>
                  <a:schemeClr val="bg2">
                    <a:lumMod val="50000"/>
                  </a:schemeClr>
                </a:solidFill>
              </a:rPr>
              <a:t> | </a:t>
            </a:r>
            <a:r>
              <a:rPr lang="en-US" sz="1400" b="1" dirty="0">
                <a:solidFill>
                  <a:schemeClr val="bg2">
                    <a:lumMod val="50000"/>
                  </a:schemeClr>
                </a:solidFill>
              </a:rPr>
              <a:t>Enter Details</a:t>
            </a:r>
            <a:r>
              <a:rPr lang="en-US" sz="1200" b="1" dirty="0">
                <a:solidFill>
                  <a:schemeClr val="bg2">
                    <a:lumMod val="50000"/>
                  </a:schemeClr>
                </a:solidFill>
              </a:rPr>
              <a:t>	 |               		  |           		|          		    |</a:t>
            </a:r>
          </a:p>
          <a:p>
            <a:r>
              <a:rPr lang="en-US" sz="1200" b="1" dirty="0">
                <a:solidFill>
                  <a:schemeClr val="bg2">
                    <a:lumMod val="50000"/>
                  </a:schemeClr>
                </a:solidFill>
              </a:rPr>
              <a:t> |----------------------------------&gt;	 |               		  |            		|           		    |</a:t>
            </a:r>
          </a:p>
          <a:p>
            <a:r>
              <a:rPr lang="en-US" sz="1200" b="1" dirty="0">
                <a:solidFill>
                  <a:schemeClr val="bg2">
                    <a:lumMod val="50000"/>
                  </a:schemeClr>
                </a:solidFill>
              </a:rPr>
              <a:t> |                    		 |                	  	  | </a:t>
            </a:r>
            <a:r>
              <a:rPr lang="en-US" sz="1400" b="1" dirty="0">
                <a:solidFill>
                  <a:schemeClr val="bg2">
                    <a:lumMod val="50000"/>
                  </a:schemeClr>
                </a:solidFill>
              </a:rPr>
              <a:t>Generate Docs </a:t>
            </a:r>
            <a:r>
              <a:rPr lang="en-US" sz="1200" b="1" dirty="0">
                <a:solidFill>
                  <a:schemeClr val="bg2">
                    <a:lumMod val="50000"/>
                  </a:schemeClr>
                </a:solidFill>
              </a:rPr>
              <a:t>	|               		    |</a:t>
            </a:r>
          </a:p>
          <a:p>
            <a:r>
              <a:rPr lang="en-US" sz="1200" b="1" dirty="0">
                <a:solidFill>
                  <a:schemeClr val="bg2">
                    <a:lumMod val="50000"/>
                  </a:schemeClr>
                </a:solidFill>
              </a:rPr>
              <a:t> |                   		 |                		  |--------------------------------&gt;	| </a:t>
            </a:r>
            <a:r>
              <a:rPr lang="en-US" sz="1400" b="1" dirty="0">
                <a:solidFill>
                  <a:schemeClr val="bg2">
                    <a:lumMod val="50000"/>
                  </a:schemeClr>
                </a:solidFill>
              </a:rPr>
              <a:t>Save Files    </a:t>
            </a:r>
            <a:r>
              <a:rPr lang="en-US" sz="1200" b="1" dirty="0">
                <a:solidFill>
                  <a:schemeClr val="bg2">
                    <a:lumMod val="50000"/>
                  </a:schemeClr>
                </a:solidFill>
              </a:rPr>
              <a:t>	    |</a:t>
            </a:r>
          </a:p>
          <a:p>
            <a:r>
              <a:rPr lang="en-US" sz="1200" b="1" dirty="0">
                <a:solidFill>
                  <a:schemeClr val="bg2">
                    <a:lumMod val="50000"/>
                  </a:schemeClr>
                </a:solidFill>
              </a:rPr>
              <a:t> |                   		 |                		  |&lt;---------------------------------	|              		    |</a:t>
            </a:r>
          </a:p>
          <a:p>
            <a:r>
              <a:rPr lang="en-US" sz="1200" b="1" dirty="0">
                <a:solidFill>
                  <a:schemeClr val="bg2">
                    <a:lumMod val="50000"/>
                  </a:schemeClr>
                </a:solidFill>
              </a:rPr>
              <a:t> |                		 | </a:t>
            </a:r>
            <a:r>
              <a:rPr lang="en-US" sz="1400" b="1" dirty="0">
                <a:solidFill>
                  <a:schemeClr val="bg2">
                    <a:lumMod val="50000"/>
                  </a:schemeClr>
                </a:solidFill>
              </a:rPr>
              <a:t>Wait for Completion     </a:t>
            </a:r>
            <a:r>
              <a:rPr lang="en-US" sz="1200" b="1" dirty="0">
                <a:solidFill>
                  <a:schemeClr val="bg2">
                    <a:lumMod val="50000"/>
                  </a:schemeClr>
                </a:solidFill>
              </a:rPr>
              <a:t>  |     		|		    |  </a:t>
            </a:r>
          </a:p>
          <a:p>
            <a:r>
              <a:rPr lang="en-US" sz="1200" b="1" dirty="0">
                <a:solidFill>
                  <a:schemeClr val="bg2">
                    <a:lumMod val="50000"/>
                  </a:schemeClr>
                </a:solidFill>
              </a:rPr>
              <a:t> |                     		 |&lt;-----------------	  |            		|             		    |</a:t>
            </a:r>
          </a:p>
          <a:p>
            <a:r>
              <a:rPr lang="en-US" sz="1200" b="1" dirty="0">
                <a:solidFill>
                  <a:schemeClr val="bg2">
                    <a:lumMod val="50000"/>
                  </a:schemeClr>
                </a:solidFill>
              </a:rPr>
              <a:t> |                     		 |----------------------------------------------------------------------------------------------------------------------- |</a:t>
            </a:r>
            <a:r>
              <a:rPr lang="en-US" sz="1400" b="1" dirty="0">
                <a:solidFill>
                  <a:schemeClr val="bg2">
                    <a:lumMod val="50000"/>
                  </a:schemeClr>
                </a:solidFill>
              </a:rPr>
              <a:t>Send Email </a:t>
            </a:r>
            <a:endParaRPr lang="en-US" sz="1200" b="1" dirty="0">
              <a:solidFill>
                <a:schemeClr val="bg2">
                  <a:lumMod val="50000"/>
                </a:schemeClr>
              </a:solidFill>
            </a:endParaRPr>
          </a:p>
          <a:p>
            <a:r>
              <a:rPr lang="en-US" sz="1200" b="1" dirty="0">
                <a:solidFill>
                  <a:schemeClr val="bg2">
                    <a:lumMod val="50000"/>
                  </a:schemeClr>
                </a:solidFill>
              </a:rPr>
              <a:t> |                     		 |&lt;-------------------------------------------------------- ------------------------------------------------------------ -|</a:t>
            </a:r>
          </a:p>
          <a:p>
            <a:r>
              <a:rPr lang="en-US" sz="1200" b="1" dirty="0">
                <a:solidFill>
                  <a:schemeClr val="bg2">
                    <a:lumMod val="50000"/>
                  </a:schemeClr>
                </a:solidFill>
              </a:rPr>
              <a:t> | </a:t>
            </a:r>
            <a:r>
              <a:rPr lang="en-US" sz="1400" b="1" dirty="0">
                <a:solidFill>
                  <a:schemeClr val="bg2">
                    <a:lumMod val="50000"/>
                  </a:schemeClr>
                </a:solidFill>
              </a:rPr>
              <a:t>Show Success </a:t>
            </a:r>
            <a:r>
              <a:rPr lang="en-US" sz="1200" b="1" dirty="0">
                <a:solidFill>
                  <a:schemeClr val="bg2">
                    <a:lumMod val="50000"/>
                  </a:schemeClr>
                </a:solidFill>
              </a:rPr>
              <a:t>	 |               		  |              		 |        	                               |</a:t>
            </a:r>
          </a:p>
          <a:p>
            <a:r>
              <a:rPr lang="en-US" sz="1200" b="1" dirty="0">
                <a:solidFill>
                  <a:schemeClr val="bg2">
                    <a:lumMod val="50000"/>
                  </a:schemeClr>
                </a:solidFill>
              </a:rPr>
              <a:t> |&lt;------------------------------------ |             		  |          		 |             		     |</a:t>
            </a:r>
          </a:p>
        </p:txBody>
      </p:sp>
      <p:sp>
        <p:nvSpPr>
          <p:cNvPr id="8" name="Rectangle 7">
            <a:extLst>
              <a:ext uri="{FF2B5EF4-FFF2-40B4-BE49-F238E27FC236}">
                <a16:creationId xmlns:a16="http://schemas.microsoft.com/office/drawing/2014/main" id="{FA42A203-5DBE-4DF8-07B8-5967BA0C534A}"/>
              </a:ext>
            </a:extLst>
          </p:cNvPr>
          <p:cNvSpPr/>
          <p:nvPr/>
        </p:nvSpPr>
        <p:spPr>
          <a:xfrm>
            <a:off x="1442194" y="1153885"/>
            <a:ext cx="1301006"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solidFill>
              </a:rPr>
              <a:t>User</a:t>
            </a:r>
          </a:p>
        </p:txBody>
      </p:sp>
      <p:sp>
        <p:nvSpPr>
          <p:cNvPr id="9" name="Rectangle 8">
            <a:extLst>
              <a:ext uri="{FF2B5EF4-FFF2-40B4-BE49-F238E27FC236}">
                <a16:creationId xmlns:a16="http://schemas.microsoft.com/office/drawing/2014/main" id="{0EDFDD32-C151-5E0F-0E4F-4B5D5939A2F3}"/>
              </a:ext>
            </a:extLst>
          </p:cNvPr>
          <p:cNvSpPr/>
          <p:nvPr/>
        </p:nvSpPr>
        <p:spPr>
          <a:xfrm>
            <a:off x="3266979" y="1153885"/>
            <a:ext cx="1620706"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PAD Flow</a:t>
            </a:r>
            <a:endParaRPr lang="en-US" dirty="0"/>
          </a:p>
        </p:txBody>
      </p:sp>
      <p:sp>
        <p:nvSpPr>
          <p:cNvPr id="10" name="Rectangle 9">
            <a:extLst>
              <a:ext uri="{FF2B5EF4-FFF2-40B4-BE49-F238E27FC236}">
                <a16:creationId xmlns:a16="http://schemas.microsoft.com/office/drawing/2014/main" id="{78D4D5F0-54DB-B2DC-C9A1-F29ECABF848D}"/>
              </a:ext>
            </a:extLst>
          </p:cNvPr>
          <p:cNvSpPr/>
          <p:nvPr/>
        </p:nvSpPr>
        <p:spPr>
          <a:xfrm>
            <a:off x="5181600" y="1153884"/>
            <a:ext cx="1382485"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Python App</a:t>
            </a:r>
            <a:endParaRPr lang="en-US" dirty="0"/>
          </a:p>
        </p:txBody>
      </p:sp>
      <p:sp>
        <p:nvSpPr>
          <p:cNvPr id="11" name="Rectangle 10">
            <a:extLst>
              <a:ext uri="{FF2B5EF4-FFF2-40B4-BE49-F238E27FC236}">
                <a16:creationId xmlns:a16="http://schemas.microsoft.com/office/drawing/2014/main" id="{96C258FD-945D-51BB-7143-473D868F46DE}"/>
              </a:ext>
            </a:extLst>
          </p:cNvPr>
          <p:cNvSpPr/>
          <p:nvPr/>
        </p:nvSpPr>
        <p:spPr>
          <a:xfrm>
            <a:off x="6858000" y="1153885"/>
            <a:ext cx="1374130"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OneDrive</a:t>
            </a:r>
            <a:endParaRPr lang="en-US" dirty="0"/>
          </a:p>
        </p:txBody>
      </p:sp>
      <p:sp>
        <p:nvSpPr>
          <p:cNvPr id="12" name="Rectangle 11">
            <a:extLst>
              <a:ext uri="{FF2B5EF4-FFF2-40B4-BE49-F238E27FC236}">
                <a16:creationId xmlns:a16="http://schemas.microsoft.com/office/drawing/2014/main" id="{070E5F66-7814-5191-0980-B23A8A449ECB}"/>
              </a:ext>
            </a:extLst>
          </p:cNvPr>
          <p:cNvSpPr/>
          <p:nvPr/>
        </p:nvSpPr>
        <p:spPr>
          <a:xfrm>
            <a:off x="8915400" y="1153885"/>
            <a:ext cx="1153886"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Outlook</a:t>
            </a:r>
            <a:endParaRPr lang="en-US" dirty="0"/>
          </a:p>
        </p:txBody>
      </p:sp>
    </p:spTree>
    <p:extLst>
      <p:ext uri="{BB962C8B-B14F-4D97-AF65-F5344CB8AC3E}">
        <p14:creationId xmlns:p14="http://schemas.microsoft.com/office/powerpoint/2010/main" val="4068089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F61523-3F0A-DA0B-556B-1B0D1B1DC93A}"/>
              </a:ext>
            </a:extLst>
          </p:cNvPr>
          <p:cNvSpPr/>
          <p:nvPr/>
        </p:nvSpPr>
        <p:spPr>
          <a:xfrm>
            <a:off x="1436914" y="792164"/>
            <a:ext cx="8880568" cy="5478007"/>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タイトル 1"/>
          <p:cNvSpPr>
            <a:spLocks noGrp="1"/>
          </p:cNvSpPr>
          <p:nvPr>
            <p:ph type="title"/>
          </p:nvPr>
        </p:nvSpPr>
        <p:spPr/>
        <p:txBody>
          <a:bodyPr/>
          <a:lstStyle/>
          <a:p>
            <a:r>
              <a:rPr lang="en-US" altLang="ja-JP" sz="2585" dirty="0">
                <a:latin typeface="NissanAG-Bold" pitchFamily="50" charset="0"/>
                <a:ea typeface="NissanAG-Bold" pitchFamily="50" charset="0"/>
                <a:cs typeface="Verdana" pitchFamily="34" charset="0"/>
                <a:sym typeface="Verdana" panose="020B0604030504040204" pitchFamily="34" charset="0"/>
              </a:rPr>
              <a:t>6. Data flow diagram</a:t>
            </a:r>
            <a:endParaRPr lang="ja-JP" altLang="en-US" sz="2585" dirty="0">
              <a:latin typeface="NissanAG-Bold" pitchFamily="50" charset="0"/>
              <a:ea typeface="NissanAG-Bold" pitchFamily="50" charset="0"/>
              <a:cs typeface="Verdana" pitchFamily="34" charset="0"/>
              <a:sym typeface="Verdana" panose="020B0604030504040204" pitchFamily="34" charset="0"/>
            </a:endParaRPr>
          </a:p>
        </p:txBody>
      </p:sp>
      <p:grpSp>
        <p:nvGrpSpPr>
          <p:cNvPr id="3" name="Group 2">
            <a:extLst>
              <a:ext uri="{FF2B5EF4-FFF2-40B4-BE49-F238E27FC236}">
                <a16:creationId xmlns:a16="http://schemas.microsoft.com/office/drawing/2014/main" id="{C9A01961-680C-BFA5-DA0C-A44739421D6A}"/>
              </a:ext>
            </a:extLst>
          </p:cNvPr>
          <p:cNvGrpSpPr/>
          <p:nvPr/>
        </p:nvGrpSpPr>
        <p:grpSpPr>
          <a:xfrm>
            <a:off x="12695273" y="0"/>
            <a:ext cx="3062177" cy="6858000"/>
            <a:chOff x="5986130" y="680484"/>
            <a:chExt cx="2562447" cy="4859079"/>
          </a:xfrm>
        </p:grpSpPr>
        <p:sp>
          <p:nvSpPr>
            <p:cNvPr id="4" name="Speech Bubble: Rectangle with Corners Rounded 3">
              <a:extLst>
                <a:ext uri="{FF2B5EF4-FFF2-40B4-BE49-F238E27FC236}">
                  <a16:creationId xmlns:a16="http://schemas.microsoft.com/office/drawing/2014/main" id="{A83C6912-7C33-C14C-1A14-3D21FE01EB0D}"/>
                </a:ext>
              </a:extLst>
            </p:cNvPr>
            <p:cNvSpPr/>
            <p:nvPr/>
          </p:nvSpPr>
          <p:spPr>
            <a:xfrm rot="5400000">
              <a:off x="4837814" y="1828800"/>
              <a:ext cx="4859079" cy="2562447"/>
            </a:xfrm>
            <a:prstGeom prst="wedgeRoundRect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Nissan Pro Regular"/>
                <a:ea typeface="メイリオ"/>
                <a:cs typeface="+mn-cs"/>
              </a:endParaRPr>
            </a:p>
          </p:txBody>
        </p:sp>
        <p:sp>
          <p:nvSpPr>
            <p:cNvPr id="6" name="TextBox 5">
              <a:extLst>
                <a:ext uri="{FF2B5EF4-FFF2-40B4-BE49-F238E27FC236}">
                  <a16:creationId xmlns:a16="http://schemas.microsoft.com/office/drawing/2014/main" id="{8F91F3C4-E9E3-D95D-1153-6D0440F51F7D}"/>
                </a:ext>
              </a:extLst>
            </p:cNvPr>
            <p:cNvSpPr txBox="1"/>
            <p:nvPr/>
          </p:nvSpPr>
          <p:spPr>
            <a:xfrm>
              <a:off x="6096001" y="887055"/>
              <a:ext cx="2271823" cy="34018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Nissan Pro Regular"/>
                  <a:ea typeface="メイリオ"/>
                  <a:cs typeface="+mn-cs"/>
                </a:rPr>
                <a:t>Use this space for your Data Flow Diagram (refer to the example documents if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issan Pro Regular"/>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FFFF"/>
                  </a:solidFill>
                  <a:effectLst/>
                  <a:uLnTx/>
                  <a:uFillTx/>
                  <a:latin typeface="Nissan Pro Regular"/>
                  <a:ea typeface="メイリオ"/>
                  <a:cs typeface="+mn-cs"/>
                </a:rPr>
                <a:t>“A data flow diagram (DFD) maps out the flow of information for any process or system. It uses defined symbols like rectangles, circles and arrows, plus short text labels, to show data inputs, outputs, storage points and the routes between each destination.” - </a:t>
              </a:r>
              <a:r>
                <a:rPr kumimoji="0" lang="en-US" sz="1800" b="1" i="1" u="none" strike="noStrike" kern="1200" cap="none" spc="0" normalizeH="0" baseline="0" noProof="0" err="1">
                  <a:ln>
                    <a:noFill/>
                  </a:ln>
                  <a:solidFill>
                    <a:srgbClr val="FFFFFF"/>
                  </a:solidFill>
                  <a:effectLst/>
                  <a:uLnTx/>
                  <a:uFillTx/>
                  <a:latin typeface="Nissan Pro Regular"/>
                  <a:ea typeface="メイリオ"/>
                  <a:cs typeface="+mn-cs"/>
                </a:rPr>
                <a:t>LucidChart</a:t>
              </a:r>
              <a:endParaRPr kumimoji="0" lang="en-US" sz="1800" b="1" i="1" u="none" strike="noStrike" kern="1200" cap="none" spc="0" normalizeH="0" baseline="0" noProof="0">
                <a:ln>
                  <a:noFill/>
                </a:ln>
                <a:solidFill>
                  <a:srgbClr val="FFFFFF"/>
                </a:solidFill>
                <a:effectLst/>
                <a:uLnTx/>
                <a:uFillTx/>
                <a:latin typeface="Nissan Pro Regular"/>
                <a:ea typeface="メイリオ"/>
                <a:cs typeface="+mn-cs"/>
              </a:endParaRPr>
            </a:p>
          </p:txBody>
        </p:sp>
      </p:grpSp>
      <p:pic>
        <p:nvPicPr>
          <p:cNvPr id="8" name="Picture 7">
            <a:extLst>
              <a:ext uri="{FF2B5EF4-FFF2-40B4-BE49-F238E27FC236}">
                <a16:creationId xmlns:a16="http://schemas.microsoft.com/office/drawing/2014/main" id="{E894E33B-B293-9635-BF77-FABB70576E81}"/>
              </a:ext>
            </a:extLst>
          </p:cNvPr>
          <p:cNvPicPr>
            <a:picLocks noChangeAspect="1"/>
          </p:cNvPicPr>
          <p:nvPr/>
        </p:nvPicPr>
        <p:blipFill>
          <a:blip r:embed="rId2">
            <a:extLst>
              <a:ext uri="{28A0092B-C50C-407E-A947-70E740481C1C}">
                <a14:useLocalDpi xmlns:a14="http://schemas.microsoft.com/office/drawing/2010/main" val="0"/>
              </a:ext>
            </a:extLst>
          </a:blip>
          <a:srcRect t="8889"/>
          <a:stretch>
            <a:fillRect/>
          </a:stretch>
        </p:blipFill>
        <p:spPr>
          <a:xfrm>
            <a:off x="1436914" y="883168"/>
            <a:ext cx="8880568" cy="5387003"/>
          </a:xfrm>
          <a:prstGeom prst="rect">
            <a:avLst/>
          </a:prstGeom>
        </p:spPr>
      </p:pic>
    </p:spTree>
    <p:extLst>
      <p:ext uri="{BB962C8B-B14F-4D97-AF65-F5344CB8AC3E}">
        <p14:creationId xmlns:p14="http://schemas.microsoft.com/office/powerpoint/2010/main" val="2052819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542</Words>
  <Application>Microsoft Office PowerPoint</Application>
  <PresentationFormat>Widescreen</PresentationFormat>
  <Paragraphs>39</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Meiryo UI</vt:lpstr>
      <vt:lpstr>Aptos</vt:lpstr>
      <vt:lpstr>Aptos Display</vt:lpstr>
      <vt:lpstr>Arial</vt:lpstr>
      <vt:lpstr>Nissan Pro Regular</vt:lpstr>
      <vt:lpstr>NissanAG-Bold</vt:lpstr>
      <vt:lpstr>Office Theme</vt:lpstr>
      <vt:lpstr>5. Sequence Diagram- Prod</vt:lpstr>
      <vt:lpstr>6. Data flow diagram</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AKHAURI KSHITIZ</dc:creator>
  <cp:lastModifiedBy>AKHAURI KSHITIZ</cp:lastModifiedBy>
  <cp:revision>1</cp:revision>
  <dcterms:created xsi:type="dcterms:W3CDTF">2026-08-10T06:41:39Z</dcterms:created>
  <dcterms:modified xsi:type="dcterms:W3CDTF">2026-08-10T06:42:00Z</dcterms:modified>
</cp:coreProperties>
</file>