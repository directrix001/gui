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Nissan Automation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6809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&amp; reporting automation across service lines — approaches declined, the approved path forward, and the open question on small-scale scripts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B0413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984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DECLINED BY NISSAN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298448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2984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DIRECTION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BF3F2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755648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1F8F6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924812"/>
            <a:ext cx="310896" cy="31089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9248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755648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 Macro Scripts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method for consolidation &amp; reporting; retired for platform non-alignment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" y="2574036"/>
            <a:ext cx="310896" cy="31089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25740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404872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EXE Applications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replace VBA — declined by Nissan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3223260"/>
            <a:ext cx="310896" cy="31089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32232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054096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 via RPA Trigger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running EXEs through an RPA layer — declined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" y="3872484"/>
            <a:ext cx="310896" cy="31089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8724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703320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→ EXE Trigger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trigger mechanism proposed — declined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" y="4521708"/>
            <a:ext cx="310896" cy="310896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45217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352544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/ Azure Functions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Python-based cloud approach — blanket declined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73952" y="214122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473952" y="21412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1755648"/>
            <a:ext cx="461772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Orchestrated Flow — Approved Standard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UI-based apps rebuilt as UiPath flows; Orchestrator triggers bot execution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73952" y="322326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32232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2837688"/>
            <a:ext cx="461772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 on AWS ECS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application in a single Docker image with all required connections — proposed for larger, complex builds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73952" y="4305300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43053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03720" y="3919728"/>
            <a:ext cx="461772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6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Generation Tool — Approved Pilot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solution greenlit by Nissan under the new approach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5202936"/>
            <a:ext cx="1127455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33095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 — SMALL-SCALE VBA / PYTHON AUTOMATIONS VIA UIPATH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77240" y="56418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short-term, not scalable long-term. Wrapping many small scripts as individual UiPath bots works for a handful of jobs, but license cost, Orchestrator queue overhead, and per-script maintenance all grow linearly with volume.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77240" y="6117336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into a few parameterized, config-driven UiPath flows (shared bot, multiple scripts) instead of one bot per script; reserve the ECS/React build for high-volume, high-complexity processes.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2026-08-05T11:30:06Z</dcterms:created>
  <dcterms:modified xsi:type="dcterms:W3CDTF">2026-08-05T11:30:06Z</dcterms:modified>
</cp:coreProperties>
</file>