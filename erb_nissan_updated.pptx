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0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4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DD1EF-840E-5772-B662-1F7D99F3F0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0CF2A1-3A00-8F5C-AA3E-D8D8E9AF0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293AB-8606-A9BF-BCD6-CF44A2A68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CCE18-F12A-44D2-B90F-2708373E38B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C6426-6A31-378D-3E70-50DCED24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8FDDE-6C7C-5BFC-A701-686864F8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5F5B-32D7-49C2-AB15-7F2D8554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7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AF453-BD78-58C5-663C-A8A2BF01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425A2-D1F1-670D-C9F2-2884E79AE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262B1-0A36-AFE3-2813-78EA9B1C2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CCE18-F12A-44D2-B90F-2708373E38B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55941-A959-E7A8-F5CF-6DF1B09F8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6C995-D1E2-DE16-1AEF-AF427C155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5F5B-32D7-49C2-AB15-7F2D8554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97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8E4F-4B64-21A8-4E20-16F0A1EE4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490FC-B50A-7BF2-AD21-D558A619B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9B3F5-9707-E932-44CF-4A0961C64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CCE18-F12A-44D2-B90F-2708373E38B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E9F0A-B536-EA4F-39F3-61B5AF12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D19BB-D583-17D5-F707-A418EADF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5F5B-32D7-49C2-AB15-7F2D8554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75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9D54-2F30-ACC5-CD75-5CD92B40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7B878-002E-733E-8C92-1C4C0EF0B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2719D-D216-AC57-7106-AA8738AFF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5D374-BD67-82FB-1B01-B0183F1EA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CCE18-F12A-44D2-B90F-2708373E38B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ED9FA-93B0-05FD-4F2D-7FE2D091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CDC18-C0AB-35F1-BBF1-83FA202F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5F5B-32D7-49C2-AB15-7F2D8554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5B5B8-3FA8-6964-8E29-7C71A314B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50157-B724-7A6D-CF7F-60709167F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315A0-AEAE-090C-7839-FFFB84736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2D863-430D-3087-7955-6B9519282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1001F-35E0-4EF6-80D7-D259FF8F8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921AB7-917C-1E40-2D40-249B0770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CCE18-F12A-44D2-B90F-2708373E38B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93931-C108-00B6-FA4C-B0D1A887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66CD82-BF40-7C4C-8F95-F9628ABF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5F5B-32D7-49C2-AB15-7F2D8554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8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0CD9-4277-6B91-5BD9-B505C735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CDEAAA-1420-EAAD-5FAF-2068652C1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CCE18-F12A-44D2-B90F-2708373E38B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67A3C-7F36-E7B9-759A-AA04B3DE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CDA6F-3BA7-830C-F7E9-419A3F49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5F5B-32D7-49C2-AB15-7F2D8554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7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1FA613-E7F8-3F7B-27B9-4C5EF87A3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CCE18-F12A-44D2-B90F-2708373E38B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008381-60A8-8F27-6EF4-B03E38803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BACBC-D33B-AAF9-FA3D-233E1892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5F5B-32D7-49C2-AB15-7F2D8554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21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A625-6BBE-72FC-D329-E0350159B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F5428-CE91-0D4A-8662-843FDA713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982F9-F511-3273-9BD3-812238963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EB074-886E-CDDD-BA29-593B255B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CCE18-F12A-44D2-B90F-2708373E38B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C7682-4457-E18B-C3CC-A93CB69C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2B530-5140-D9BE-FDA8-8F960F69E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5F5B-32D7-49C2-AB15-7F2D8554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27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CDF0D-599D-ECDF-F6AB-45AEBE2C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BEBECB-6CEC-383E-F3A5-573A6D268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92628-5DE9-9751-2DA1-ECF5E900D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17843-EA9E-CE81-36A1-B7027DD7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CCE18-F12A-44D2-B90F-2708373E38B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46F27-D631-40AC-076D-C3AD5F808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1BEA8-9740-9AC3-BA44-840D937E8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5F5B-32D7-49C2-AB15-7F2D8554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7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2B716-E755-447A-CF33-DF706A0D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67FBF-0FC0-CF17-5A13-30CF16649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E2264-028E-54B9-7F3E-B48970F0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CCE18-F12A-44D2-B90F-2708373E38B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9429E-7AA7-2020-4131-88769B70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C826B-F466-92B5-BB1D-D8BC53D6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5F5B-32D7-49C2-AB15-7F2D8554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AAEB8E-9360-2ABD-23FB-021A1D0C2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BFA8B-E76C-8669-4170-B2A3B89AD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10A1E-8CDD-08C6-B77D-728DCAC1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CCE18-F12A-44D2-B90F-2708373E38B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546BC-D6C4-ED25-D400-7B40D8A0E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AB2B1-DF35-3281-C293-F8C41444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5F5B-32D7-49C2-AB15-7F2D8554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52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メッセージライ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F6E8ED3E-4F8A-4A41-AC47-4D4A6C71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1" y="122239"/>
            <a:ext cx="9814561" cy="669925"/>
          </a:xfrm>
          <a:prstGeom prst="rect">
            <a:avLst/>
          </a:prstGeom>
        </p:spPr>
        <p:txBody>
          <a:bodyPr anchor="b"/>
          <a:lstStyle>
            <a:lvl1pPr algn="l">
              <a:defRPr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CCEA56-AF1C-4616-8BC6-386F78858C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920" y="854128"/>
            <a:ext cx="10429907" cy="5249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テキスト</a:t>
            </a:r>
            <a:endParaRPr kumimoji="1" lang="en-GB"/>
          </a:p>
        </p:txBody>
      </p:sp>
    </p:spTree>
    <p:extLst>
      <p:ext uri="{BB962C8B-B14F-4D97-AF65-F5344CB8AC3E}">
        <p14:creationId xmlns:p14="http://schemas.microsoft.com/office/powerpoint/2010/main" val="19184382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C2578-F2E8-9999-5DE1-6D96C033E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13968-264E-FC08-4B6C-ED4DFF93F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A24EA-2410-CC3D-60F8-DAFD90E1B3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FCCE18-F12A-44D2-B90F-2708373E38B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EB611-B932-843E-D0B0-F57F713E0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20F6F-D9F1-1AE8-C778-FE77772E5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25F5B-32D7-49C2-AB15-7F2D8554D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FB795-6C0F-8FE0-DA08-361CBC807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7FEEE-3998-0BC9-62D4-77396366F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1" y="26760"/>
            <a:ext cx="9814561" cy="669925"/>
          </a:xfrm>
        </p:spPr>
        <p:txBody>
          <a:bodyPr/>
          <a:lstStyle/>
          <a:p>
            <a:r>
              <a:t>5. Sequence Diagram – Prod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464646"/>
                </a:solidFill>
              </a:rPr>
              <a:t>Nissan SSO → Web App → Template-based document generation → S3 → Outlook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325880" cy="438912"/>
          </a:xfrm>
          <a:prstGeom prst="roundRect">
            <a:avLst/>
          </a:prstGeom>
          <a:solidFill>
            <a:srgbClr val="E0E8F0"/>
          </a:solidFill>
          <a:ln w="15240">
            <a:solidFill>
              <a:srgbClr val="647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82828"/>
                </a:solidFill>
              </a:rPr>
              <a:t>User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65860" y="1627632"/>
            <a:ext cx="0" cy="4590288"/>
          </a:xfrm>
          <a:prstGeom prst="line">
            <a:avLst/>
          </a:prstGeom>
          <a:ln>
            <a:solidFill>
              <a:srgbClr val="A0A5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31720" y="1188720"/>
            <a:ext cx="1417320" cy="438912"/>
          </a:xfrm>
          <a:prstGeom prst="roundRect">
            <a:avLst/>
          </a:prstGeom>
          <a:solidFill>
            <a:srgbClr val="E0E8F0"/>
          </a:solidFill>
          <a:ln w="15240">
            <a:solidFill>
              <a:srgbClr val="647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82828"/>
                </a:solidFill>
              </a:rPr>
              <a:t>Nissan SSO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40379" y="1627632"/>
            <a:ext cx="0" cy="4590288"/>
          </a:xfrm>
          <a:prstGeom prst="line">
            <a:avLst/>
          </a:prstGeom>
          <a:ln>
            <a:solidFill>
              <a:srgbClr val="A0A5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51960" y="1188720"/>
            <a:ext cx="1508760" cy="438912"/>
          </a:xfrm>
          <a:prstGeom prst="roundRect">
            <a:avLst/>
          </a:prstGeom>
          <a:solidFill>
            <a:srgbClr val="E0E8F0"/>
          </a:solidFill>
          <a:ln w="15240">
            <a:solidFill>
              <a:srgbClr val="647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82828"/>
                </a:solidFill>
              </a:rPr>
              <a:t>Web App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06340" y="1627632"/>
            <a:ext cx="0" cy="4590288"/>
          </a:xfrm>
          <a:prstGeom prst="line">
            <a:avLst/>
          </a:prstGeom>
          <a:ln>
            <a:solidFill>
              <a:srgbClr val="A0A5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0" y="1188720"/>
            <a:ext cx="1325880" cy="438912"/>
          </a:xfrm>
          <a:prstGeom prst="roundRect">
            <a:avLst/>
          </a:prstGeom>
          <a:solidFill>
            <a:srgbClr val="E0E8F0"/>
          </a:solidFill>
          <a:ln w="15240">
            <a:solidFill>
              <a:srgbClr val="647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82828"/>
                </a:solidFill>
              </a:rPr>
              <a:t>AWS S3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80859" y="1627632"/>
            <a:ext cx="0" cy="4590288"/>
          </a:xfrm>
          <a:prstGeom prst="line">
            <a:avLst/>
          </a:prstGeom>
          <a:ln>
            <a:solidFill>
              <a:srgbClr val="A0A5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60" y="1188720"/>
            <a:ext cx="1645920" cy="438912"/>
          </a:xfrm>
          <a:prstGeom prst="roundRect">
            <a:avLst/>
          </a:prstGeom>
          <a:solidFill>
            <a:srgbClr val="E0E8F0"/>
          </a:solidFill>
          <a:ln w="15240">
            <a:solidFill>
              <a:srgbClr val="647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82828"/>
                </a:solidFill>
              </a:rPr>
              <a:t>Outlook Connector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0" y="1627632"/>
            <a:ext cx="0" cy="4590288"/>
          </a:xfrm>
          <a:prstGeom prst="line">
            <a:avLst/>
          </a:prstGeom>
          <a:ln>
            <a:solidFill>
              <a:srgbClr val="A0A5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95560" y="1188720"/>
            <a:ext cx="1143000" cy="438912"/>
          </a:xfrm>
          <a:prstGeom prst="roundRect">
            <a:avLst/>
          </a:prstGeom>
          <a:solidFill>
            <a:srgbClr val="E0E8F0"/>
          </a:solidFill>
          <a:ln w="15240">
            <a:solidFill>
              <a:srgbClr val="647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82828"/>
                </a:solidFill>
              </a:rPr>
              <a:t>Admin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767060" y="1627632"/>
            <a:ext cx="0" cy="4590288"/>
          </a:xfrm>
          <a:prstGeom prst="line">
            <a:avLst/>
          </a:prstGeom>
          <a:ln>
            <a:solidFill>
              <a:srgbClr val="A0A5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65860" y="1874519"/>
            <a:ext cx="1874519" cy="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63039" y="1673351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Login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40379" y="2423160"/>
            <a:ext cx="1965961" cy="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83280" y="2221991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Authenticate / token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165860" y="2971800"/>
            <a:ext cx="3840480" cy="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46020" y="2770632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Access granted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65860" y="3520440"/>
            <a:ext cx="3840480" cy="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46020" y="3319272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Select template + enter details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06340" y="4069080"/>
            <a:ext cx="5760720" cy="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46620" y="3867912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Load approved template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06340" y="4617720"/>
            <a:ext cx="1874519" cy="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03520" y="4416552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Generate + store files/logs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06340" y="5166360"/>
            <a:ext cx="3954780" cy="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43650" y="4965192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Share generated file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165860" y="5715000"/>
            <a:ext cx="7795260" cy="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23410" y="5513832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Deliver to Outlook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5897880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37414B"/>
                </a:solidFill>
              </a:rPr>
              <a:t>Admin: create / update templates
User: use approved templates only</a:t>
            </a:r>
          </a:p>
        </p:txBody>
      </p:sp>
    </p:spTree>
    <p:extLst>
      <p:ext uri="{BB962C8B-B14F-4D97-AF65-F5344CB8AC3E}">
        <p14:creationId xmlns:p14="http://schemas.microsoft.com/office/powerpoint/2010/main" val="406808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Data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464646"/>
                </a:solidFill>
              </a:rPr>
              <a:t>Role-based web application with centralized S3 storage and Outlook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828800" cy="914400"/>
          </a:xfrm>
          <a:prstGeom prst="roundRect">
            <a:avLst/>
          </a:prstGeom>
          <a:solidFill>
            <a:srgbClr val="E8F0F7"/>
          </a:solidFill>
          <a:ln w="15240">
            <a:solidFill>
              <a:srgbClr val="5A7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82828"/>
                </a:solidFill>
              </a:rPr>
              <a:t>USER
Nissan SSO login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417320"/>
            <a:ext cx="2057400" cy="914400"/>
          </a:xfrm>
          <a:prstGeom prst="roundRect">
            <a:avLst/>
          </a:prstGeom>
          <a:solidFill>
            <a:srgbClr val="EFF5F0"/>
          </a:solidFill>
          <a:ln w="15240">
            <a:solidFill>
              <a:srgbClr val="648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82828"/>
                </a:solidFill>
              </a:rPr>
              <a:t>WEB APP
User workspace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2971800"/>
            <a:ext cx="2057400" cy="914400"/>
          </a:xfrm>
          <a:prstGeom prst="roundRect">
            <a:avLst/>
          </a:prstGeom>
          <a:solidFill>
            <a:srgbClr val="F8F1E6"/>
          </a:solidFill>
          <a:ln w="15240">
            <a:solidFill>
              <a:srgbClr val="91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82828"/>
                </a:solidFill>
              </a:rPr>
              <a:t>ADMIN PORTAL
Template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1417320"/>
            <a:ext cx="1920240" cy="914400"/>
          </a:xfrm>
          <a:prstGeom prst="roundRect">
            <a:avLst/>
          </a:prstGeom>
          <a:solidFill>
            <a:srgbClr val="F4EFF8"/>
          </a:solidFill>
          <a:ln w="15240">
            <a:solidFill>
              <a:srgbClr val="786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82828"/>
                </a:solidFill>
              </a:rPr>
              <a:t>TEMPLATE STORE
Approved versions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17320"/>
            <a:ext cx="2011680" cy="914400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5A7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82828"/>
                </a:solidFill>
              </a:rPr>
              <a:t>AWS S3
Files +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971800"/>
            <a:ext cx="2011680" cy="914400"/>
          </a:xfrm>
          <a:prstGeom prst="roundRect">
            <a:avLst/>
          </a:prstGeom>
          <a:solidFill>
            <a:srgbClr val="F0F2F6"/>
          </a:solidFill>
          <a:ln w="15240">
            <a:solidFill>
              <a:srgbClr val="64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82828"/>
                </a:solidFill>
              </a:rPr>
              <a:t>OUTLOOK CONNECTOR
Email / file sharing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1874519"/>
            <a:ext cx="457200" cy="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11680" y="1673351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SSO token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86200" y="2331720"/>
            <a:ext cx="0" cy="64008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46120" y="2450591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Admin only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37760" y="1874519"/>
            <a:ext cx="685800" cy="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40580" y="1673351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Use template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43800" y="1874519"/>
            <a:ext cx="685800" cy="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46620" y="1673351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Save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7760" y="2148840"/>
            <a:ext cx="3291840" cy="54864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0" y="2221992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Generated files + logs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5440" y="2331720"/>
            <a:ext cx="0" cy="64008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95360" y="2450591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Share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3886200" y="2331720"/>
            <a:ext cx="4343400" cy="1143000"/>
          </a:xfrm>
          <a:prstGeom prst="line">
            <a:avLst/>
          </a:prstGeom>
          <a:ln w="19050">
            <a:solidFill>
              <a:srgbClr val="555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17820" y="2702051"/>
            <a:ext cx="1280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4B4B4B"/>
                </a:solidFill>
              </a:rPr>
              <a:t>Delivery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9601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373737"/>
                </a:solidFill>
              </a:rPr>
              <a:t>ACCESS CONTROL
• User: authenticate with Nissan SSO, create documents, use approved templates, receive output
• Admin: all user capabilities + create/edit/publish templates and manage template versions
• AWS S3: system-controlled storage for generated files and application logs
• Outlook Connector: system-controlled delivery to the user’s Outlook</a:t>
            </a:r>
          </a:p>
        </p:txBody>
      </p:sp>
    </p:spTree>
    <p:extLst>
      <p:ext uri="{BB962C8B-B14F-4D97-AF65-F5344CB8AC3E}">
        <p14:creationId xmlns:p14="http://schemas.microsoft.com/office/powerpoint/2010/main" val="2052819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PresentationFormat>Widescreen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Meiryo UI</vt:lpstr>
      <vt:lpstr>Aptos</vt:lpstr>
      <vt:lpstr>Aptos Display</vt:lpstr>
      <vt:lpstr>Arial</vt:lpstr>
      <vt:lpstr>Nissan Pro Regular</vt:lpstr>
      <vt:lpstr>NissanAG-Bold</vt:lpstr>
      <vt:lpstr>Office Theme</vt:lpstr>
      <vt:lpstr>5. Sequence Diagram- Prod</vt:lpstr>
      <vt:lpstr>6. Data flow diagram</vt:lpstr>
    </vt:vector>
  </TitlesOfParts>
  <Company>Genpact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AKHAURI KSHITIZ</dc:creator>
  <cp:lastModifiedBy>AKHAURI KSHITIZ</cp:lastModifiedBy>
  <cp:revision>1</cp:revision>
  <dcterms:created xsi:type="dcterms:W3CDTF">2026-08-10T06:41:39Z</dcterms:created>
  <dcterms:modified xsi:type="dcterms:W3CDTF">2026-08-10T06:42:00Z</dcterms:modified>
</cp:coreProperties>
</file>