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Process Flow – Admin &amp; User Access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signs in once with Nissan SSO — the system then routes people by role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808476" y="1207008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13315C"/>
          </a:solidFill>
          <a:ln w="15875">
            <a:solidFill>
              <a:srgbClr val="13315C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63340" y="1207008"/>
            <a:ext cx="44622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Nissan SSO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H="1">
            <a:off x="3230118" y="1755648"/>
            <a:ext cx="1858518" cy="329184"/>
          </a:xfrm>
          <a:prstGeom prst="line">
            <a:avLst/>
          </a:prstGeom>
          <a:noFill/>
          <a:ln w="19050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100316" y="1755648"/>
            <a:ext cx="1858518" cy="329184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40080" y="1810512"/>
            <a:ext cx="5180076" cy="292608"/>
          </a:xfrm>
          <a:prstGeom prst="roundRect">
            <a:avLst>
              <a:gd name="adj" fmla="val 156250"/>
            </a:avLst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10512"/>
            <a:ext cx="51800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68796" y="1810512"/>
            <a:ext cx="5180076" cy="292608"/>
          </a:xfrm>
          <a:prstGeom prst="roundRect">
            <a:avLst>
              <a:gd name="adj" fmla="val 156250"/>
            </a:avLst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6368796" y="1810512"/>
            <a:ext cx="51800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5180076" cy="621792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5875">
            <a:solidFill>
              <a:srgbClr val="13315C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" y="2286000"/>
            <a:ext cx="50703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App – Admin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68796" y="2286000"/>
            <a:ext cx="5180076" cy="621792"/>
          </a:xfrm>
          <a:prstGeom prst="roundRect">
            <a:avLst>
              <a:gd name="adj" fmla="val 11765"/>
            </a:avLst>
          </a:prstGeom>
          <a:solidFill>
            <a:srgbClr val="E3F2F1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3660" y="2286000"/>
            <a:ext cx="50703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Web App – User access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30118" y="2907792"/>
            <a:ext cx="0" cy="256032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58834" y="2907792"/>
            <a:ext cx="0" cy="256032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0080" y="3163824"/>
            <a:ext cx="5180076" cy="621792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5875">
            <a:solidFill>
              <a:srgbClr val="13315C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4944" y="3163824"/>
            <a:ext cx="50703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update templates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68796" y="3163824"/>
            <a:ext cx="5180076" cy="621792"/>
          </a:xfrm>
          <a:prstGeom prst="roundRect">
            <a:avLst>
              <a:gd name="adj" fmla="val 11765"/>
            </a:avLst>
          </a:prstGeom>
          <a:solidFill>
            <a:srgbClr val="E3F2F1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23660" y="3163824"/>
            <a:ext cx="50703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template &amp; fill in details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30118" y="3785616"/>
            <a:ext cx="0" cy="256032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58834" y="3785616"/>
            <a:ext cx="0" cy="256032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" y="4041648"/>
            <a:ext cx="5180076" cy="621792"/>
          </a:xfrm>
          <a:prstGeom prst="roundRect">
            <a:avLst>
              <a:gd name="adj" fmla="val 11765"/>
            </a:avLst>
          </a:prstGeom>
          <a:solidFill>
            <a:srgbClr val="E3F2F1"/>
          </a:solidFill>
          <a:ln w="15875">
            <a:solidFill>
              <a:srgbClr val="13315C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" y="4041648"/>
            <a:ext cx="50703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saved to Amazon S3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68796" y="4041648"/>
            <a:ext cx="5180076" cy="621792"/>
          </a:xfrm>
          <a:prstGeom prst="roundRect">
            <a:avLst>
              <a:gd name="adj" fmla="val 11765"/>
            </a:avLst>
          </a:prstGeom>
          <a:solidFill>
            <a:srgbClr val="E3F2F1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23660" y="4041648"/>
            <a:ext cx="50703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generated &amp; saved to S3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30118" y="4663440"/>
            <a:ext cx="0" cy="256032"/>
          </a:xfrm>
          <a:prstGeom prst="line">
            <a:avLst/>
          </a:prstGeom>
          <a:noFill/>
          <a:ln w="22225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58834" y="4663440"/>
            <a:ext cx="0" cy="256032"/>
          </a:xfrm>
          <a:prstGeom prst="line">
            <a:avLst/>
          </a:prstGeom>
          <a:noFill/>
          <a:ln w="22225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40080" y="4919472"/>
            <a:ext cx="5180076" cy="621792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5875">
            <a:solidFill>
              <a:srgbClr val="13315C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94944" y="4919472"/>
            <a:ext cx="50703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available to all Users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68796" y="4919472"/>
            <a:ext cx="5180076" cy="621792"/>
          </a:xfrm>
          <a:prstGeom prst="roundRect">
            <a:avLst>
              <a:gd name="adj" fmla="val 11765"/>
            </a:avLst>
          </a:prstGeom>
          <a:solidFill>
            <a:srgbClr val="E3F2F1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23660" y="4919472"/>
            <a:ext cx="507034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Emailed to User via Outlook connector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flipV="1">
            <a:off x="5820156" y="3474720"/>
            <a:ext cx="548640" cy="877824"/>
          </a:xfrm>
          <a:prstGeom prst="line">
            <a:avLst/>
          </a:prstGeom>
          <a:noFill/>
          <a:ln w="19050">
            <a:solidFill>
              <a:srgbClr val="B7791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40080" y="5742432"/>
            <a:ext cx="10908792" cy="457200"/>
          </a:xfrm>
          <a:prstGeom prst="roundRect">
            <a:avLst>
              <a:gd name="adj" fmla="val 16000"/>
            </a:avLst>
          </a:prstGeom>
          <a:solidFill>
            <a:srgbClr val="FBF3E3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7424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templates, generated files and activity logs are stored securely in Amazon S3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Component-level view — identity, application, storage and integration layers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13315C"/>
          </a:solidFill>
          <a:ln w="15875">
            <a:solidFill>
              <a:srgbClr val="13315C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0624" y="201168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498348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0E7C7B"/>
          </a:solidFill>
          <a:ln w="15875">
            <a:solidFill>
              <a:srgbClr val="0E7C7B"/>
            </a:solidFill>
            <a:prstDash val="solid"/>
          </a:ln>
          <a:effectLst>
            <a:outerShdw sx="100000" sy="100000" kx="0" ky="0" algn="bl" rotWithShape="0" blurRad="50800" dist="25400" dir="5400000">
              <a:srgbClr val="1F2937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" y="4983480"/>
            <a:ext cx="10789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74520" y="1481328"/>
            <a:ext cx="1691640" cy="4507992"/>
          </a:xfrm>
          <a:prstGeom prst="roundRect">
            <a:avLst>
              <a:gd name="adj" fmla="val 3784"/>
            </a:avLst>
          </a:prstGeom>
          <a:solidFill>
            <a:srgbClr val="E8EEF5"/>
          </a:solidFill>
          <a:ln w="13970">
            <a:solidFill>
              <a:srgbClr val="1331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52704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Nissan SSO (IdP)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965960" y="1792224"/>
            <a:ext cx="1508760" cy="4142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SAML 2.0 / OAuth 2.0 + OIDC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Issues signed JWT / SAML assertion with role claim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MFA enforced by Nissan IdP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token: short-lived, refreshed via IdP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1554480" y="2400300"/>
            <a:ext cx="320040" cy="72786"/>
          </a:xfrm>
          <a:prstGeom prst="line">
            <a:avLst/>
          </a:prstGeom>
          <a:noFill/>
          <a:ln w="19050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1554480" y="4997562"/>
            <a:ext cx="320040" cy="374538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1481328"/>
            <a:ext cx="2697480" cy="4507992"/>
          </a:xfrm>
          <a:prstGeom prst="roundRect">
            <a:avLst>
              <a:gd name="adj" fmla="val 3051"/>
            </a:avLst>
          </a:prstGeom>
          <a:solidFill>
            <a:srgbClr val="F7F9FC"/>
          </a:solidFill>
          <a:ln w="17780">
            <a:solidFill>
              <a:srgbClr val="1331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53619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014216" y="1828800"/>
            <a:ext cx="2441448" cy="1417320"/>
          </a:xfrm>
          <a:prstGeom prst="roundRect">
            <a:avLst>
              <a:gd name="adj" fmla="val 4516"/>
            </a:avLst>
          </a:prstGeom>
          <a:solidFill>
            <a:srgbClr val="E8EEF5"/>
          </a:solidFill>
          <a:ln w="13970">
            <a:solidFill>
              <a:srgbClr val="1331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05656" y="1874520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(SPA)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05656" y="2139696"/>
            <a:ext cx="22585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Reads role claim from JWT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Renders Admin console or User portal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calls over HTTPS with bearer token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014216" y="3355848"/>
            <a:ext cx="2441448" cy="2542032"/>
          </a:xfrm>
          <a:prstGeom prst="roundRect">
            <a:avLst>
              <a:gd name="adj" fmla="val 2622"/>
            </a:avLst>
          </a:prstGeom>
          <a:solidFill>
            <a:srgbClr val="E3F2F1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05656" y="3401568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(REST / HTTPS)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05656" y="3666744"/>
            <a:ext cx="2258568" cy="2176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validation + RBAC middleware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role → template CRUD endpoints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role → generate &amp; fetch endpoints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Persists files via AWS SDK (HTTPS)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Writes structured entries to audit log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 flipV="1">
            <a:off x="3566160" y="2253996"/>
            <a:ext cx="320040" cy="219090"/>
          </a:xfrm>
          <a:prstGeom prst="line">
            <a:avLst/>
          </a:prstGeom>
          <a:noFill/>
          <a:ln w="19050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3566160" y="4626864"/>
            <a:ext cx="320040" cy="370698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903720" y="1481328"/>
            <a:ext cx="2697480" cy="4507992"/>
          </a:xfrm>
          <a:prstGeom prst="roundRect">
            <a:avLst>
              <a:gd name="adj" fmla="val 3051"/>
            </a:avLst>
          </a:prstGeom>
          <a:solidFill>
            <a:srgbClr val="FBF3E3"/>
          </a:solidFill>
          <a:ln w="17780">
            <a:solidFill>
              <a:srgbClr val="B779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536192"/>
            <a:ext cx="2697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(Storage Layer)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31736" y="1828800"/>
            <a:ext cx="2441448" cy="1691640"/>
          </a:xfrm>
          <a:prstGeom prst="roundRect">
            <a:avLst>
              <a:gd name="adj" fmla="val 3784"/>
            </a:avLst>
          </a:prstGeom>
          <a:solidFill>
            <a:srgbClr val="FDF6E8"/>
          </a:solidFill>
          <a:ln w="13970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23176" y="1874520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/ Prefixes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23176" y="2139696"/>
            <a:ext cx="225856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/templates – Admin write, User read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/output – User-generated files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/logs – system write, audit trail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SSE-KMS encryption, versioning on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031736" y="3630168"/>
            <a:ext cx="2441448" cy="2267712"/>
          </a:xfrm>
          <a:prstGeom prst="roundRect">
            <a:avLst>
              <a:gd name="adj" fmla="val 2823"/>
            </a:avLst>
          </a:prstGeom>
          <a:solidFill>
            <a:srgbClr val="FDF6E8"/>
          </a:solidFill>
          <a:ln w="13970">
            <a:solidFill>
              <a:srgbClr val="B779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23176" y="3675888"/>
            <a:ext cx="225856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Roles &amp; Policies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23176" y="3941064"/>
            <a:ext cx="225856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AdminRole: Put/Get – templates, logs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UserRole: Get – templates; Put – output, logs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cross-role write access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Policies enforced at bucket + prefix level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 flipV="1">
            <a:off x="6583680" y="2336292"/>
            <a:ext cx="320040" cy="201168"/>
          </a:xfrm>
          <a:prstGeom prst="line">
            <a:avLst/>
          </a:prstGeom>
          <a:noFill/>
          <a:ln w="19050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6583680" y="3097530"/>
            <a:ext cx="320040" cy="1529334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921240" y="2816352"/>
            <a:ext cx="1901952" cy="2103120"/>
          </a:xfrm>
          <a:prstGeom prst="roundRect">
            <a:avLst>
              <a:gd name="adj" fmla="val 3365"/>
            </a:avLst>
          </a:prstGeom>
          <a:solidFill>
            <a:srgbClr val="E3F2F1"/>
          </a:solidFill>
          <a:ln w="13970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12680" y="2862072"/>
            <a:ext cx="171907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Integration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12680" y="3127248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Microsoft Graph API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OAuth 2.0 app registration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/sendMail + attachment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Delivered to user's mailbox
</a:t>
            </a:r>
            <a:endParaRPr lang="en-US" sz="8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SMTP relay fallback if Graph is down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601200" y="3097530"/>
            <a:ext cx="320040" cy="349758"/>
          </a:xfrm>
          <a:prstGeom prst="line">
            <a:avLst/>
          </a:prstGeom>
          <a:noFill/>
          <a:ln w="19050">
            <a:solidFill>
              <a:srgbClr val="0E7C7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65760" y="6263640"/>
            <a:ext cx="11457432" cy="365760"/>
          </a:xfrm>
          <a:prstGeom prst="roundRect">
            <a:avLst>
              <a:gd name="adj" fmla="val 15000"/>
            </a:avLst>
          </a:prstGeom>
          <a:solidFill>
            <a:srgbClr val="13315C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626364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in transit · SSE-KMS at rest · role-scoped IAM policies across every layer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2026-08-10T07:40:54Z</dcterms:created>
  <dcterms:modified xsi:type="dcterms:W3CDTF">2026-08-10T07:40:54Z</dcterms:modified>
</cp:coreProperties>
</file>